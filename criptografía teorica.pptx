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88" r:id="rId26"/>
    <p:sldId id="272" r:id="rId27"/>
    <p:sldId id="275" r:id="rId28"/>
    <p:sldId id="283" r:id="rId29"/>
    <p:sldId id="284" r:id="rId30"/>
    <p:sldId id="279" r:id="rId31"/>
    <p:sldId id="273" r:id="rId32"/>
    <p:sldId id="276" r:id="rId33"/>
    <p:sldId id="290" r:id="rId34"/>
    <p:sldId id="291" r:id="rId35"/>
    <p:sldId id="293" r:id="rId36"/>
    <p:sldId id="274" r:id="rId3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007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78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04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30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38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504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0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4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974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12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68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20086"/>
              </p:ext>
            </p:extLst>
          </p:nvPr>
        </p:nvGraphicFramePr>
        <p:xfrm>
          <a:off x="521207" y="2847231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 XOR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XOR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XOR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XOR B XOR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DA93F-6E3C-DCC0-A7B9-353CD953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1B4ED5-D510-0701-6A25-729C28B8F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Consiste en mezclar tanto criptografía asimétrica como simétrica.</a:t>
            </a:r>
          </a:p>
          <a:p>
            <a:r>
              <a:rPr lang="es-ES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SHA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</a:t>
            </a:r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618" y="1789756"/>
            <a:ext cx="9964764" cy="4552652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1807</TotalTime>
  <Words>1176</Words>
  <Application>Microsoft Office PowerPoint</Application>
  <PresentationFormat>Panorámica</PresentationFormat>
  <Paragraphs>146</Paragraphs>
  <Slides>36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39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Procesos de AES</vt:lpstr>
      <vt:lpstr>4. Criptografía asimétrica</vt:lpstr>
      <vt:lpstr>Conceptos clave para RSA</vt:lpstr>
      <vt:lpstr>RSA funcionamiento del cifrado asimétrico</vt:lpstr>
      <vt:lpstr>Presentación de PowerPoint</vt:lpstr>
      <vt:lpstr>4.1 Criptografía hibrida</vt:lpstr>
      <vt:lpstr>5. Funciones Hash</vt:lpstr>
      <vt:lpstr>Conceptos clave</vt:lpstr>
      <vt:lpstr>SHA</vt:lpstr>
      <vt:lpstr>¿Por qué es buena práctica cifrar la base de datos?</vt:lpstr>
      <vt:lpstr>Problemas con el prompt inyection.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33</cp:revision>
  <dcterms:created xsi:type="dcterms:W3CDTF">2025-10-08T12:18:35Z</dcterms:created>
  <dcterms:modified xsi:type="dcterms:W3CDTF">2025-10-19T20:08:31Z</dcterms:modified>
</cp:coreProperties>
</file>