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sldIdLst>
    <p:sldId id="256" r:id="rId2"/>
    <p:sldId id="257" r:id="rId3"/>
    <p:sldId id="259" r:id="rId4"/>
    <p:sldId id="258" r:id="rId5"/>
    <p:sldId id="266" r:id="rId6"/>
    <p:sldId id="262" r:id="rId7"/>
    <p:sldId id="260" r:id="rId8"/>
    <p:sldId id="267" r:id="rId9"/>
    <p:sldId id="261" r:id="rId10"/>
    <p:sldId id="263" r:id="rId11"/>
    <p:sldId id="265" r:id="rId12"/>
    <p:sldId id="264" r:id="rId13"/>
    <p:sldId id="268" r:id="rId14"/>
    <p:sldId id="282" r:id="rId15"/>
    <p:sldId id="269" r:id="rId16"/>
    <p:sldId id="283" r:id="rId17"/>
    <p:sldId id="280" r:id="rId18"/>
    <p:sldId id="281" r:id="rId19"/>
    <p:sldId id="270" r:id="rId20"/>
    <p:sldId id="271" r:id="rId21"/>
    <p:sldId id="277" r:id="rId22"/>
    <p:sldId id="278" r:id="rId23"/>
    <p:sldId id="272" r:id="rId24"/>
    <p:sldId id="275" r:id="rId25"/>
    <p:sldId id="279" r:id="rId26"/>
    <p:sldId id="273" r:id="rId27"/>
    <p:sldId id="276" r:id="rId28"/>
    <p:sldId id="274" r:id="rId2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91" d="100"/>
          <a:sy n="91" d="100"/>
        </p:scale>
        <p:origin x="37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A77478D-073D-487A-80E1-A4806E271B55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6A68B4AB-3B4F-4AEE-8CD7-7E65D81AB0D1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Introducción</a:t>
          </a:r>
          <a:endParaRPr lang="en-US" dirty="0"/>
        </a:p>
      </dgm:t>
    </dgm:pt>
    <dgm:pt modelId="{37024459-6817-415F-B6EA-77014B55DEAD}" type="parTrans" cxnId="{37AB165D-A465-46B2-A324-40247DB394C6}">
      <dgm:prSet/>
      <dgm:spPr/>
      <dgm:t>
        <a:bodyPr/>
        <a:lstStyle/>
        <a:p>
          <a:endParaRPr lang="en-US"/>
        </a:p>
      </dgm:t>
    </dgm:pt>
    <dgm:pt modelId="{FA8EE61F-F33C-4DD9-8B7F-21DDAC14755D}" type="sibTrans" cxnId="{37AB165D-A465-46B2-A324-40247DB394C6}">
      <dgm:prSet/>
      <dgm:spPr/>
      <dgm:t>
        <a:bodyPr/>
        <a:lstStyle/>
        <a:p>
          <a:endParaRPr lang="en-US"/>
        </a:p>
      </dgm:t>
    </dgm:pt>
    <dgm:pt modelId="{55A374DE-D570-4CCC-9A78-690F9310A84B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Criptografía clásica</a:t>
          </a:r>
          <a:endParaRPr lang="en-US" dirty="0"/>
        </a:p>
      </dgm:t>
    </dgm:pt>
    <dgm:pt modelId="{9D361B9F-AB8B-4711-BB4E-E2890D5B71CD}" type="parTrans" cxnId="{DA5E0084-A1CF-4044-9FA5-A01CED9F4DBA}">
      <dgm:prSet/>
      <dgm:spPr/>
      <dgm:t>
        <a:bodyPr/>
        <a:lstStyle/>
        <a:p>
          <a:endParaRPr lang="en-US"/>
        </a:p>
      </dgm:t>
    </dgm:pt>
    <dgm:pt modelId="{B57B13BD-0265-4EB0-B2F6-1474BEB5E13B}" type="sibTrans" cxnId="{DA5E0084-A1CF-4044-9FA5-A01CED9F4DBA}">
      <dgm:prSet/>
      <dgm:spPr/>
      <dgm:t>
        <a:bodyPr/>
        <a:lstStyle/>
        <a:p>
          <a:endParaRPr lang="en-US"/>
        </a:p>
      </dgm:t>
    </dgm:pt>
    <dgm:pt modelId="{D1C3EEB2-C757-48CE-8ACD-7B29DCAB67AB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Criptografía simétrica</a:t>
          </a:r>
          <a:endParaRPr lang="en-US" dirty="0"/>
        </a:p>
      </dgm:t>
    </dgm:pt>
    <dgm:pt modelId="{52C89861-F710-427F-AEE1-2C520CCAA1A4}" type="parTrans" cxnId="{78513720-E7D6-46D3-8227-53B947C06B7B}">
      <dgm:prSet/>
      <dgm:spPr/>
      <dgm:t>
        <a:bodyPr/>
        <a:lstStyle/>
        <a:p>
          <a:endParaRPr lang="en-US"/>
        </a:p>
      </dgm:t>
    </dgm:pt>
    <dgm:pt modelId="{8611B66F-C414-4214-A052-759E1F08143D}" type="sibTrans" cxnId="{78513720-E7D6-46D3-8227-53B947C06B7B}">
      <dgm:prSet/>
      <dgm:spPr/>
      <dgm:t>
        <a:bodyPr/>
        <a:lstStyle/>
        <a:p>
          <a:endParaRPr lang="en-US"/>
        </a:p>
      </dgm:t>
    </dgm:pt>
    <dgm:pt modelId="{E2BC92A4-C2B1-41AB-8DEC-BC05ECC7B927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Criptografía asimétrica</a:t>
          </a:r>
          <a:endParaRPr lang="en-US" dirty="0"/>
        </a:p>
      </dgm:t>
    </dgm:pt>
    <dgm:pt modelId="{A1B052B6-1342-481F-81D3-1C4B12F3A971}" type="parTrans" cxnId="{824C0B09-6A61-4AC1-96F7-62E24898D388}">
      <dgm:prSet/>
      <dgm:spPr/>
      <dgm:t>
        <a:bodyPr/>
        <a:lstStyle/>
        <a:p>
          <a:endParaRPr lang="en-US"/>
        </a:p>
      </dgm:t>
    </dgm:pt>
    <dgm:pt modelId="{CEFC1371-4AE7-477D-AFD0-215FD93F4F7E}" type="sibTrans" cxnId="{824C0B09-6A61-4AC1-96F7-62E24898D388}">
      <dgm:prSet/>
      <dgm:spPr/>
      <dgm:t>
        <a:bodyPr/>
        <a:lstStyle/>
        <a:p>
          <a:endParaRPr lang="en-US"/>
        </a:p>
      </dgm:t>
    </dgm:pt>
    <dgm:pt modelId="{E95F20C6-D759-4405-A491-DEFF09F3F620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Funciones hash</a:t>
          </a:r>
        </a:p>
      </dgm:t>
    </dgm:pt>
    <dgm:pt modelId="{1D4CBC59-6B45-4FA4-A910-697968CAC371}" type="parTrans" cxnId="{6C14736D-CF90-48C6-85A3-4F41E6D9DABB}">
      <dgm:prSet/>
      <dgm:spPr/>
      <dgm:t>
        <a:bodyPr/>
        <a:lstStyle/>
        <a:p>
          <a:endParaRPr lang="es-ES"/>
        </a:p>
      </dgm:t>
    </dgm:pt>
    <dgm:pt modelId="{CE5F9C65-D672-4B46-88E9-C0C91DA3FAA3}" type="sibTrans" cxnId="{6C14736D-CF90-48C6-85A3-4F41E6D9DABB}">
      <dgm:prSet/>
      <dgm:spPr/>
      <dgm:t>
        <a:bodyPr/>
        <a:lstStyle/>
        <a:p>
          <a:endParaRPr lang="es-ES"/>
        </a:p>
      </dgm:t>
    </dgm:pt>
    <dgm:pt modelId="{33F0DC32-DB60-49E6-B84C-9764F2293FFB}" type="pres">
      <dgm:prSet presAssocID="{FA77478D-073D-487A-80E1-A4806E271B55}" presName="root" presStyleCnt="0">
        <dgm:presLayoutVars>
          <dgm:dir/>
          <dgm:resizeHandles val="exact"/>
        </dgm:presLayoutVars>
      </dgm:prSet>
      <dgm:spPr/>
    </dgm:pt>
    <dgm:pt modelId="{B8C4205E-F0E9-4E0F-8634-510ABE485A38}" type="pres">
      <dgm:prSet presAssocID="{6A68B4AB-3B4F-4AEE-8CD7-7E65D81AB0D1}" presName="compNode" presStyleCnt="0"/>
      <dgm:spPr/>
    </dgm:pt>
    <dgm:pt modelId="{39F928FD-123D-44A0-A78C-C1FEBA96DED9}" type="pres">
      <dgm:prSet presAssocID="{6A68B4AB-3B4F-4AEE-8CD7-7E65D81AB0D1}" presName="iconBgRect" presStyleLbl="bgShp" presStyleIdx="0" presStyleCnt="5"/>
      <dgm:spPr/>
    </dgm:pt>
    <dgm:pt modelId="{AB321FE4-06FB-4CEB-A173-BEBA5251C48A}" type="pres">
      <dgm:prSet presAssocID="{6A68B4AB-3B4F-4AEE-8CD7-7E65D81AB0D1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ntasma"/>
        </a:ext>
      </dgm:extLst>
    </dgm:pt>
    <dgm:pt modelId="{A97D2BD9-F766-4431-9FBC-AA8400852039}" type="pres">
      <dgm:prSet presAssocID="{6A68B4AB-3B4F-4AEE-8CD7-7E65D81AB0D1}" presName="spaceRect" presStyleCnt="0"/>
      <dgm:spPr/>
    </dgm:pt>
    <dgm:pt modelId="{A5EDBE00-8505-4D40-972A-1C36E6BCA5ED}" type="pres">
      <dgm:prSet presAssocID="{6A68B4AB-3B4F-4AEE-8CD7-7E65D81AB0D1}" presName="textRect" presStyleLbl="revTx" presStyleIdx="0" presStyleCnt="5">
        <dgm:presLayoutVars>
          <dgm:chMax val="1"/>
          <dgm:chPref val="1"/>
        </dgm:presLayoutVars>
      </dgm:prSet>
      <dgm:spPr/>
    </dgm:pt>
    <dgm:pt modelId="{4FA08101-72C1-4A4A-9B00-AF32AE2490DB}" type="pres">
      <dgm:prSet presAssocID="{FA8EE61F-F33C-4DD9-8B7F-21DDAC14755D}" presName="sibTrans" presStyleCnt="0"/>
      <dgm:spPr/>
    </dgm:pt>
    <dgm:pt modelId="{FBA0B94D-D90A-4AD9-A9A9-12FE625E2AB7}" type="pres">
      <dgm:prSet presAssocID="{55A374DE-D570-4CCC-9A78-690F9310A84B}" presName="compNode" presStyleCnt="0"/>
      <dgm:spPr/>
    </dgm:pt>
    <dgm:pt modelId="{2AEC9E5B-DB2F-4116-B1C5-87F4576CB5D8}" type="pres">
      <dgm:prSet presAssocID="{55A374DE-D570-4CCC-9A78-690F9310A84B}" presName="iconBgRect" presStyleLbl="bgShp" presStyleIdx="1" presStyleCnt="5"/>
      <dgm:spPr/>
    </dgm:pt>
    <dgm:pt modelId="{2D843349-B2B6-4A17-8774-72FF6C30145D}" type="pres">
      <dgm:prSet presAssocID="{55A374DE-D570-4CCC-9A78-690F9310A84B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ve"/>
        </a:ext>
      </dgm:extLst>
    </dgm:pt>
    <dgm:pt modelId="{D117B7C8-1F4B-4D03-AB05-19C44AFA4DA4}" type="pres">
      <dgm:prSet presAssocID="{55A374DE-D570-4CCC-9A78-690F9310A84B}" presName="spaceRect" presStyleCnt="0"/>
      <dgm:spPr/>
    </dgm:pt>
    <dgm:pt modelId="{14D762E4-D69B-4968-8ACE-550D49051E11}" type="pres">
      <dgm:prSet presAssocID="{55A374DE-D570-4CCC-9A78-690F9310A84B}" presName="textRect" presStyleLbl="revTx" presStyleIdx="1" presStyleCnt="5">
        <dgm:presLayoutVars>
          <dgm:chMax val="1"/>
          <dgm:chPref val="1"/>
        </dgm:presLayoutVars>
      </dgm:prSet>
      <dgm:spPr/>
    </dgm:pt>
    <dgm:pt modelId="{7B4C6389-641F-435E-A632-90C694C2B089}" type="pres">
      <dgm:prSet presAssocID="{B57B13BD-0265-4EB0-B2F6-1474BEB5E13B}" presName="sibTrans" presStyleCnt="0"/>
      <dgm:spPr/>
    </dgm:pt>
    <dgm:pt modelId="{2AB5D380-F871-4123-AEF6-EEA0DE168E86}" type="pres">
      <dgm:prSet presAssocID="{D1C3EEB2-C757-48CE-8ACD-7B29DCAB67AB}" presName="compNode" presStyleCnt="0"/>
      <dgm:spPr/>
    </dgm:pt>
    <dgm:pt modelId="{A838D911-4E61-417D-9C22-EED7DCB0F7D5}" type="pres">
      <dgm:prSet presAssocID="{D1C3EEB2-C757-48CE-8ACD-7B29DCAB67AB}" presName="iconBgRect" presStyleLbl="bgShp" presStyleIdx="2" presStyleCnt="5"/>
      <dgm:spPr/>
    </dgm:pt>
    <dgm:pt modelId="{1E52C17A-8C16-45CD-8862-970F6B3A3EA7}" type="pres">
      <dgm:prSet presAssocID="{D1C3EEB2-C757-48CE-8ACD-7B29DCAB67AB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5D0581EC-BE55-4979-83A1-17F138A94B11}" type="pres">
      <dgm:prSet presAssocID="{D1C3EEB2-C757-48CE-8ACD-7B29DCAB67AB}" presName="spaceRect" presStyleCnt="0"/>
      <dgm:spPr/>
    </dgm:pt>
    <dgm:pt modelId="{28F9AF60-21ED-49FE-9F43-458197BC6D2F}" type="pres">
      <dgm:prSet presAssocID="{D1C3EEB2-C757-48CE-8ACD-7B29DCAB67AB}" presName="textRect" presStyleLbl="revTx" presStyleIdx="2" presStyleCnt="5">
        <dgm:presLayoutVars>
          <dgm:chMax val="1"/>
          <dgm:chPref val="1"/>
        </dgm:presLayoutVars>
      </dgm:prSet>
      <dgm:spPr/>
    </dgm:pt>
    <dgm:pt modelId="{5B29B5D4-B5BD-4581-A703-4A24BA114BC9}" type="pres">
      <dgm:prSet presAssocID="{8611B66F-C414-4214-A052-759E1F08143D}" presName="sibTrans" presStyleCnt="0"/>
      <dgm:spPr/>
    </dgm:pt>
    <dgm:pt modelId="{426A933C-EB38-41AB-B461-33DD2EAC1E37}" type="pres">
      <dgm:prSet presAssocID="{E2BC92A4-C2B1-41AB-8DEC-BC05ECC7B927}" presName="compNode" presStyleCnt="0"/>
      <dgm:spPr/>
    </dgm:pt>
    <dgm:pt modelId="{FCEA6993-243C-44F4-A3F9-4501C0A02260}" type="pres">
      <dgm:prSet presAssocID="{E2BC92A4-C2B1-41AB-8DEC-BC05ECC7B927}" presName="iconBgRect" presStyleLbl="bgShp" presStyleIdx="3" presStyleCnt="5"/>
      <dgm:spPr/>
    </dgm:pt>
    <dgm:pt modelId="{64C2486C-0847-4640-9FDA-664B240A3245}" type="pres">
      <dgm:prSet presAssocID="{E2BC92A4-C2B1-41AB-8DEC-BC05ECC7B927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loquear"/>
        </a:ext>
      </dgm:extLst>
    </dgm:pt>
    <dgm:pt modelId="{83A98B32-F73C-42B5-BB8B-1861A9C528BF}" type="pres">
      <dgm:prSet presAssocID="{E2BC92A4-C2B1-41AB-8DEC-BC05ECC7B927}" presName="spaceRect" presStyleCnt="0"/>
      <dgm:spPr/>
    </dgm:pt>
    <dgm:pt modelId="{F6334DF1-2BE3-48FC-83FC-62F9B5AC7A41}" type="pres">
      <dgm:prSet presAssocID="{E2BC92A4-C2B1-41AB-8DEC-BC05ECC7B927}" presName="textRect" presStyleLbl="revTx" presStyleIdx="3" presStyleCnt="5">
        <dgm:presLayoutVars>
          <dgm:chMax val="1"/>
          <dgm:chPref val="1"/>
        </dgm:presLayoutVars>
      </dgm:prSet>
      <dgm:spPr/>
    </dgm:pt>
    <dgm:pt modelId="{2BAA731E-DC75-416E-AC64-350B9893991F}" type="pres">
      <dgm:prSet presAssocID="{CEFC1371-4AE7-477D-AFD0-215FD93F4F7E}" presName="sibTrans" presStyleCnt="0"/>
      <dgm:spPr/>
    </dgm:pt>
    <dgm:pt modelId="{9F65B210-FBE1-42CD-B2EE-2F4787E17B52}" type="pres">
      <dgm:prSet presAssocID="{E95F20C6-D759-4405-A491-DEFF09F3F620}" presName="compNode" presStyleCnt="0"/>
      <dgm:spPr/>
    </dgm:pt>
    <dgm:pt modelId="{2CF8E5C3-B811-49DC-9062-10B1AEE31BFF}" type="pres">
      <dgm:prSet presAssocID="{E95F20C6-D759-4405-A491-DEFF09F3F620}" presName="iconBgRect" presStyleLbl="bgShp" presStyleIdx="4" presStyleCnt="5"/>
      <dgm:spPr/>
    </dgm:pt>
    <dgm:pt modelId="{A1E1D24A-CC69-42D1-A36C-2D9439521B2F}" type="pres">
      <dgm:prSet presAssocID="{E95F20C6-D759-4405-A491-DEFF09F3F620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o con relleno sólido"/>
        </a:ext>
      </dgm:extLst>
    </dgm:pt>
    <dgm:pt modelId="{B2F601C0-C097-4C6A-AD97-FDA3E4A15235}" type="pres">
      <dgm:prSet presAssocID="{E95F20C6-D759-4405-A491-DEFF09F3F620}" presName="spaceRect" presStyleCnt="0"/>
      <dgm:spPr/>
    </dgm:pt>
    <dgm:pt modelId="{16124192-6DA7-4C3F-A66E-D6375B54AB96}" type="pres">
      <dgm:prSet presAssocID="{E95F20C6-D759-4405-A491-DEFF09F3F620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824C0B09-6A61-4AC1-96F7-62E24898D388}" srcId="{FA77478D-073D-487A-80E1-A4806E271B55}" destId="{E2BC92A4-C2B1-41AB-8DEC-BC05ECC7B927}" srcOrd="3" destOrd="0" parTransId="{A1B052B6-1342-481F-81D3-1C4B12F3A971}" sibTransId="{CEFC1371-4AE7-477D-AFD0-215FD93F4F7E}"/>
    <dgm:cxn modelId="{094EF50F-2588-473B-AACA-DF3DC0B25CB7}" type="presOf" srcId="{E2BC92A4-C2B1-41AB-8DEC-BC05ECC7B927}" destId="{F6334DF1-2BE3-48FC-83FC-62F9B5AC7A41}" srcOrd="0" destOrd="0" presId="urn:microsoft.com/office/officeart/2018/5/layout/IconCircleLabelList"/>
    <dgm:cxn modelId="{1516A613-3C04-4402-A996-FCCF17A215F7}" type="presOf" srcId="{E95F20C6-D759-4405-A491-DEFF09F3F620}" destId="{16124192-6DA7-4C3F-A66E-D6375B54AB96}" srcOrd="0" destOrd="0" presId="urn:microsoft.com/office/officeart/2018/5/layout/IconCircleLabelList"/>
    <dgm:cxn modelId="{78513720-E7D6-46D3-8227-53B947C06B7B}" srcId="{FA77478D-073D-487A-80E1-A4806E271B55}" destId="{D1C3EEB2-C757-48CE-8ACD-7B29DCAB67AB}" srcOrd="2" destOrd="0" parTransId="{52C89861-F710-427F-AEE1-2C520CCAA1A4}" sibTransId="{8611B66F-C414-4214-A052-759E1F08143D}"/>
    <dgm:cxn modelId="{37AB165D-A465-46B2-A324-40247DB394C6}" srcId="{FA77478D-073D-487A-80E1-A4806E271B55}" destId="{6A68B4AB-3B4F-4AEE-8CD7-7E65D81AB0D1}" srcOrd="0" destOrd="0" parTransId="{37024459-6817-415F-B6EA-77014B55DEAD}" sibTransId="{FA8EE61F-F33C-4DD9-8B7F-21DDAC14755D}"/>
    <dgm:cxn modelId="{6C14736D-CF90-48C6-85A3-4F41E6D9DABB}" srcId="{FA77478D-073D-487A-80E1-A4806E271B55}" destId="{E95F20C6-D759-4405-A491-DEFF09F3F620}" srcOrd="4" destOrd="0" parTransId="{1D4CBC59-6B45-4FA4-A910-697968CAC371}" sibTransId="{CE5F9C65-D672-4B46-88E9-C0C91DA3FAA3}"/>
    <dgm:cxn modelId="{7F047F52-729C-4203-9BCD-299491286598}" type="presOf" srcId="{6A68B4AB-3B4F-4AEE-8CD7-7E65D81AB0D1}" destId="{A5EDBE00-8505-4D40-972A-1C36E6BCA5ED}" srcOrd="0" destOrd="0" presId="urn:microsoft.com/office/officeart/2018/5/layout/IconCircleLabelList"/>
    <dgm:cxn modelId="{DA5E0084-A1CF-4044-9FA5-A01CED9F4DBA}" srcId="{FA77478D-073D-487A-80E1-A4806E271B55}" destId="{55A374DE-D570-4CCC-9A78-690F9310A84B}" srcOrd="1" destOrd="0" parTransId="{9D361B9F-AB8B-4711-BB4E-E2890D5B71CD}" sibTransId="{B57B13BD-0265-4EB0-B2F6-1474BEB5E13B}"/>
    <dgm:cxn modelId="{DA1496AE-1964-445F-B6A3-D7B878863BC0}" type="presOf" srcId="{55A374DE-D570-4CCC-9A78-690F9310A84B}" destId="{14D762E4-D69B-4968-8ACE-550D49051E11}" srcOrd="0" destOrd="0" presId="urn:microsoft.com/office/officeart/2018/5/layout/IconCircleLabelList"/>
    <dgm:cxn modelId="{800744CB-C1F7-4EDA-B369-D4669090CBAA}" type="presOf" srcId="{D1C3EEB2-C757-48CE-8ACD-7B29DCAB67AB}" destId="{28F9AF60-21ED-49FE-9F43-458197BC6D2F}" srcOrd="0" destOrd="0" presId="urn:microsoft.com/office/officeart/2018/5/layout/IconCircleLabelList"/>
    <dgm:cxn modelId="{357E41FE-F539-425B-A9B7-E70F33E01A19}" type="presOf" srcId="{FA77478D-073D-487A-80E1-A4806E271B55}" destId="{33F0DC32-DB60-49E6-B84C-9764F2293FFB}" srcOrd="0" destOrd="0" presId="urn:microsoft.com/office/officeart/2018/5/layout/IconCircleLabelList"/>
    <dgm:cxn modelId="{0E706368-E428-4A24-851B-0B91E0605D62}" type="presParOf" srcId="{33F0DC32-DB60-49E6-B84C-9764F2293FFB}" destId="{B8C4205E-F0E9-4E0F-8634-510ABE485A38}" srcOrd="0" destOrd="0" presId="urn:microsoft.com/office/officeart/2018/5/layout/IconCircleLabelList"/>
    <dgm:cxn modelId="{C4172C98-4652-4B06-85CE-FF83A4947FAA}" type="presParOf" srcId="{B8C4205E-F0E9-4E0F-8634-510ABE485A38}" destId="{39F928FD-123D-44A0-A78C-C1FEBA96DED9}" srcOrd="0" destOrd="0" presId="urn:microsoft.com/office/officeart/2018/5/layout/IconCircleLabelList"/>
    <dgm:cxn modelId="{21343934-11B2-4D9C-B762-67E0561E2AF1}" type="presParOf" srcId="{B8C4205E-F0E9-4E0F-8634-510ABE485A38}" destId="{AB321FE4-06FB-4CEB-A173-BEBA5251C48A}" srcOrd="1" destOrd="0" presId="urn:microsoft.com/office/officeart/2018/5/layout/IconCircleLabelList"/>
    <dgm:cxn modelId="{CCDC6EB2-54BE-4A95-A189-21E0A8C2F861}" type="presParOf" srcId="{B8C4205E-F0E9-4E0F-8634-510ABE485A38}" destId="{A97D2BD9-F766-4431-9FBC-AA8400852039}" srcOrd="2" destOrd="0" presId="urn:microsoft.com/office/officeart/2018/5/layout/IconCircleLabelList"/>
    <dgm:cxn modelId="{733A7807-F9DC-4B00-B7F4-12488563CF8D}" type="presParOf" srcId="{B8C4205E-F0E9-4E0F-8634-510ABE485A38}" destId="{A5EDBE00-8505-4D40-972A-1C36E6BCA5ED}" srcOrd="3" destOrd="0" presId="urn:microsoft.com/office/officeart/2018/5/layout/IconCircleLabelList"/>
    <dgm:cxn modelId="{214AC298-DC5C-4818-A404-D9FB9DB0F7E9}" type="presParOf" srcId="{33F0DC32-DB60-49E6-B84C-9764F2293FFB}" destId="{4FA08101-72C1-4A4A-9B00-AF32AE2490DB}" srcOrd="1" destOrd="0" presId="urn:microsoft.com/office/officeart/2018/5/layout/IconCircleLabelList"/>
    <dgm:cxn modelId="{2E28876F-BF9D-4DF0-9F07-538CC1FE5296}" type="presParOf" srcId="{33F0DC32-DB60-49E6-B84C-9764F2293FFB}" destId="{FBA0B94D-D90A-4AD9-A9A9-12FE625E2AB7}" srcOrd="2" destOrd="0" presId="urn:microsoft.com/office/officeart/2018/5/layout/IconCircleLabelList"/>
    <dgm:cxn modelId="{73109680-CD6F-43DC-9D2E-289B8DFD892F}" type="presParOf" srcId="{FBA0B94D-D90A-4AD9-A9A9-12FE625E2AB7}" destId="{2AEC9E5B-DB2F-4116-B1C5-87F4576CB5D8}" srcOrd="0" destOrd="0" presId="urn:microsoft.com/office/officeart/2018/5/layout/IconCircleLabelList"/>
    <dgm:cxn modelId="{16113EF6-7D99-44C7-9D63-104A880D0329}" type="presParOf" srcId="{FBA0B94D-D90A-4AD9-A9A9-12FE625E2AB7}" destId="{2D843349-B2B6-4A17-8774-72FF6C30145D}" srcOrd="1" destOrd="0" presId="urn:microsoft.com/office/officeart/2018/5/layout/IconCircleLabelList"/>
    <dgm:cxn modelId="{D21FB807-7F7E-40D4-AC5E-B4864133F4EF}" type="presParOf" srcId="{FBA0B94D-D90A-4AD9-A9A9-12FE625E2AB7}" destId="{D117B7C8-1F4B-4D03-AB05-19C44AFA4DA4}" srcOrd="2" destOrd="0" presId="urn:microsoft.com/office/officeart/2018/5/layout/IconCircleLabelList"/>
    <dgm:cxn modelId="{A4DE9C13-7DAC-4B31-A3DD-F46F36685514}" type="presParOf" srcId="{FBA0B94D-D90A-4AD9-A9A9-12FE625E2AB7}" destId="{14D762E4-D69B-4968-8ACE-550D49051E11}" srcOrd="3" destOrd="0" presId="urn:microsoft.com/office/officeart/2018/5/layout/IconCircleLabelList"/>
    <dgm:cxn modelId="{592D3FD3-90E7-489C-B668-02FE0CD6E5E1}" type="presParOf" srcId="{33F0DC32-DB60-49E6-B84C-9764F2293FFB}" destId="{7B4C6389-641F-435E-A632-90C694C2B089}" srcOrd="3" destOrd="0" presId="urn:microsoft.com/office/officeart/2018/5/layout/IconCircleLabelList"/>
    <dgm:cxn modelId="{49EAA218-8F6D-4D37-9DC3-0F83D2D9503F}" type="presParOf" srcId="{33F0DC32-DB60-49E6-B84C-9764F2293FFB}" destId="{2AB5D380-F871-4123-AEF6-EEA0DE168E86}" srcOrd="4" destOrd="0" presId="urn:microsoft.com/office/officeart/2018/5/layout/IconCircleLabelList"/>
    <dgm:cxn modelId="{1E38D580-73DB-4821-864D-D13C1C678A85}" type="presParOf" srcId="{2AB5D380-F871-4123-AEF6-EEA0DE168E86}" destId="{A838D911-4E61-417D-9C22-EED7DCB0F7D5}" srcOrd="0" destOrd="0" presId="urn:microsoft.com/office/officeart/2018/5/layout/IconCircleLabelList"/>
    <dgm:cxn modelId="{1B26F46B-D161-486A-A5A7-EEAF3796C856}" type="presParOf" srcId="{2AB5D380-F871-4123-AEF6-EEA0DE168E86}" destId="{1E52C17A-8C16-45CD-8862-970F6B3A3EA7}" srcOrd="1" destOrd="0" presId="urn:microsoft.com/office/officeart/2018/5/layout/IconCircleLabelList"/>
    <dgm:cxn modelId="{F3F11496-E004-4A17-8477-477C9A7CEE75}" type="presParOf" srcId="{2AB5D380-F871-4123-AEF6-EEA0DE168E86}" destId="{5D0581EC-BE55-4979-83A1-17F138A94B11}" srcOrd="2" destOrd="0" presId="urn:microsoft.com/office/officeart/2018/5/layout/IconCircleLabelList"/>
    <dgm:cxn modelId="{6FBA2CCA-91BD-4981-AE20-117E09DC2080}" type="presParOf" srcId="{2AB5D380-F871-4123-AEF6-EEA0DE168E86}" destId="{28F9AF60-21ED-49FE-9F43-458197BC6D2F}" srcOrd="3" destOrd="0" presId="urn:microsoft.com/office/officeart/2018/5/layout/IconCircleLabelList"/>
    <dgm:cxn modelId="{20AF05E2-8A5C-4351-8718-CA44D085E31F}" type="presParOf" srcId="{33F0DC32-DB60-49E6-B84C-9764F2293FFB}" destId="{5B29B5D4-B5BD-4581-A703-4A24BA114BC9}" srcOrd="5" destOrd="0" presId="urn:microsoft.com/office/officeart/2018/5/layout/IconCircleLabelList"/>
    <dgm:cxn modelId="{5191A1C0-B1DC-4863-B3BC-97F29F2ED0DE}" type="presParOf" srcId="{33F0DC32-DB60-49E6-B84C-9764F2293FFB}" destId="{426A933C-EB38-41AB-B461-33DD2EAC1E37}" srcOrd="6" destOrd="0" presId="urn:microsoft.com/office/officeart/2018/5/layout/IconCircleLabelList"/>
    <dgm:cxn modelId="{C5BAC4EF-A927-4812-A555-55C14A1D00F2}" type="presParOf" srcId="{426A933C-EB38-41AB-B461-33DD2EAC1E37}" destId="{FCEA6993-243C-44F4-A3F9-4501C0A02260}" srcOrd="0" destOrd="0" presId="urn:microsoft.com/office/officeart/2018/5/layout/IconCircleLabelList"/>
    <dgm:cxn modelId="{B348CF1C-0090-46F4-A930-B7EC0E182BC0}" type="presParOf" srcId="{426A933C-EB38-41AB-B461-33DD2EAC1E37}" destId="{64C2486C-0847-4640-9FDA-664B240A3245}" srcOrd="1" destOrd="0" presId="urn:microsoft.com/office/officeart/2018/5/layout/IconCircleLabelList"/>
    <dgm:cxn modelId="{31B93A8E-2789-4FAB-AB11-14F8AF6A335B}" type="presParOf" srcId="{426A933C-EB38-41AB-B461-33DD2EAC1E37}" destId="{83A98B32-F73C-42B5-BB8B-1861A9C528BF}" srcOrd="2" destOrd="0" presId="urn:microsoft.com/office/officeart/2018/5/layout/IconCircleLabelList"/>
    <dgm:cxn modelId="{FE986800-F5E6-49AE-9907-07BEB60FFF93}" type="presParOf" srcId="{426A933C-EB38-41AB-B461-33DD2EAC1E37}" destId="{F6334DF1-2BE3-48FC-83FC-62F9B5AC7A41}" srcOrd="3" destOrd="0" presId="urn:microsoft.com/office/officeart/2018/5/layout/IconCircleLabelList"/>
    <dgm:cxn modelId="{B6C4857B-C338-4BDA-9134-A4D85BBFA7E5}" type="presParOf" srcId="{33F0DC32-DB60-49E6-B84C-9764F2293FFB}" destId="{2BAA731E-DC75-416E-AC64-350B9893991F}" srcOrd="7" destOrd="0" presId="urn:microsoft.com/office/officeart/2018/5/layout/IconCircleLabelList"/>
    <dgm:cxn modelId="{250097CF-D01C-4E5D-96F6-38793FF12D07}" type="presParOf" srcId="{33F0DC32-DB60-49E6-B84C-9764F2293FFB}" destId="{9F65B210-FBE1-42CD-B2EE-2F4787E17B52}" srcOrd="8" destOrd="0" presId="urn:microsoft.com/office/officeart/2018/5/layout/IconCircleLabelList"/>
    <dgm:cxn modelId="{71046966-F28B-4512-870E-42E5D72FFBDF}" type="presParOf" srcId="{9F65B210-FBE1-42CD-B2EE-2F4787E17B52}" destId="{2CF8E5C3-B811-49DC-9062-10B1AEE31BFF}" srcOrd="0" destOrd="0" presId="urn:microsoft.com/office/officeart/2018/5/layout/IconCircleLabelList"/>
    <dgm:cxn modelId="{8CFDAD35-9561-4F3D-86A7-B8C6B3A42B20}" type="presParOf" srcId="{9F65B210-FBE1-42CD-B2EE-2F4787E17B52}" destId="{A1E1D24A-CC69-42D1-A36C-2D9439521B2F}" srcOrd="1" destOrd="0" presId="urn:microsoft.com/office/officeart/2018/5/layout/IconCircleLabelList"/>
    <dgm:cxn modelId="{23602292-B618-4BFF-95FE-E5F8A27004BD}" type="presParOf" srcId="{9F65B210-FBE1-42CD-B2EE-2F4787E17B52}" destId="{B2F601C0-C097-4C6A-AD97-FDA3E4A15235}" srcOrd="2" destOrd="0" presId="urn:microsoft.com/office/officeart/2018/5/layout/IconCircleLabelList"/>
    <dgm:cxn modelId="{E6F4EF38-62AA-4461-A85B-B820E50DEE87}" type="presParOf" srcId="{9F65B210-FBE1-42CD-B2EE-2F4787E17B52}" destId="{16124192-6DA7-4C3F-A66E-D6375B54AB96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4F3E83-F8DE-430C-80E5-E7D5D8F28CE8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34D43D0-4238-426B-8E1A-6CB5933FB4E4}">
      <dgm:prSet/>
      <dgm:spPr/>
      <dgm:t>
        <a:bodyPr/>
        <a:lstStyle/>
        <a:p>
          <a:pPr>
            <a:lnSpc>
              <a:spcPct val="100000"/>
            </a:lnSpc>
          </a:pPr>
          <a:r>
            <a:rPr lang="es-ES" dirty="0"/>
            <a:t>Criptografía: se encargada de diseñar métodos de proteger información.</a:t>
          </a:r>
          <a:endParaRPr lang="en-US" dirty="0"/>
        </a:p>
      </dgm:t>
    </dgm:pt>
    <dgm:pt modelId="{573C4C09-95B4-4EAA-BF4F-E34F7CADC400}" type="parTrans" cxnId="{172790B9-AC5E-4B40-B6F0-2D20121B85D6}">
      <dgm:prSet/>
      <dgm:spPr/>
      <dgm:t>
        <a:bodyPr/>
        <a:lstStyle/>
        <a:p>
          <a:endParaRPr lang="en-US"/>
        </a:p>
      </dgm:t>
    </dgm:pt>
    <dgm:pt modelId="{F8224D1E-6A85-4DFA-9989-8C6320828142}" type="sibTrans" cxnId="{172790B9-AC5E-4B40-B6F0-2D20121B85D6}">
      <dgm:prSet/>
      <dgm:spPr/>
      <dgm:t>
        <a:bodyPr/>
        <a:lstStyle/>
        <a:p>
          <a:endParaRPr lang="en-US"/>
        </a:p>
      </dgm:t>
    </dgm:pt>
    <dgm:pt modelId="{607301D3-A943-45B1-B135-A655F66DD96E}">
      <dgm:prSet/>
      <dgm:spPr/>
      <dgm:t>
        <a:bodyPr/>
        <a:lstStyle/>
        <a:p>
          <a:pPr>
            <a:lnSpc>
              <a:spcPct val="100000"/>
            </a:lnSpc>
          </a:pPr>
          <a:r>
            <a:rPr lang="es-ES" dirty="0"/>
            <a:t>Criptoanálisis: se encarga de romper los métodos criptográficos.</a:t>
          </a:r>
          <a:endParaRPr lang="en-US" dirty="0"/>
        </a:p>
      </dgm:t>
    </dgm:pt>
    <dgm:pt modelId="{8F3E6F09-0F73-4829-B6AA-F2588C1D964D}" type="parTrans" cxnId="{D01A9B77-E380-40E5-81B5-180415826003}">
      <dgm:prSet/>
      <dgm:spPr/>
      <dgm:t>
        <a:bodyPr/>
        <a:lstStyle/>
        <a:p>
          <a:endParaRPr lang="en-US"/>
        </a:p>
      </dgm:t>
    </dgm:pt>
    <dgm:pt modelId="{0258BE01-6D64-4A75-A53D-04C3CCA7260E}" type="sibTrans" cxnId="{D01A9B77-E380-40E5-81B5-180415826003}">
      <dgm:prSet/>
      <dgm:spPr/>
      <dgm:t>
        <a:bodyPr/>
        <a:lstStyle/>
        <a:p>
          <a:endParaRPr lang="en-US"/>
        </a:p>
      </dgm:t>
    </dgm:pt>
    <dgm:pt modelId="{B52B834A-C645-4CB4-ADEC-974753BAF28A}">
      <dgm:prSet/>
      <dgm:spPr/>
      <dgm:t>
        <a:bodyPr/>
        <a:lstStyle/>
        <a:p>
          <a:pPr>
            <a:lnSpc>
              <a:spcPct val="100000"/>
            </a:lnSpc>
          </a:pPr>
          <a:r>
            <a:rPr lang="es-ES" dirty="0"/>
            <a:t>Criptología: Es la combinación de la criptografía y el criptoanálisis.</a:t>
          </a:r>
          <a:endParaRPr lang="en-US" dirty="0"/>
        </a:p>
      </dgm:t>
    </dgm:pt>
    <dgm:pt modelId="{C6D30C94-0F59-4BFD-BACB-C7267C4BD550}" type="parTrans" cxnId="{B4B30BA0-A99B-4407-95E8-2319801BBB22}">
      <dgm:prSet/>
      <dgm:spPr/>
      <dgm:t>
        <a:bodyPr/>
        <a:lstStyle/>
        <a:p>
          <a:endParaRPr lang="en-US"/>
        </a:p>
      </dgm:t>
    </dgm:pt>
    <dgm:pt modelId="{090191FA-B5DA-40B9-8EA6-354F6A083AE5}" type="sibTrans" cxnId="{B4B30BA0-A99B-4407-95E8-2319801BBB22}">
      <dgm:prSet/>
      <dgm:spPr/>
      <dgm:t>
        <a:bodyPr/>
        <a:lstStyle/>
        <a:p>
          <a:endParaRPr lang="en-US"/>
        </a:p>
      </dgm:t>
    </dgm:pt>
    <dgm:pt modelId="{545CC187-B9C9-4AE4-AE57-7E5B3F46457A}" type="pres">
      <dgm:prSet presAssocID="{224F3E83-F8DE-430C-80E5-E7D5D8F28CE8}" presName="root" presStyleCnt="0">
        <dgm:presLayoutVars>
          <dgm:dir/>
          <dgm:resizeHandles val="exact"/>
        </dgm:presLayoutVars>
      </dgm:prSet>
      <dgm:spPr/>
    </dgm:pt>
    <dgm:pt modelId="{1E06D0C2-9071-4EBD-9848-0F2668FDA991}" type="pres">
      <dgm:prSet presAssocID="{034D43D0-4238-426B-8E1A-6CB5933FB4E4}" presName="compNode" presStyleCnt="0"/>
      <dgm:spPr/>
    </dgm:pt>
    <dgm:pt modelId="{C98B24A0-8585-4B6C-8CB4-DE6C09CB7557}" type="pres">
      <dgm:prSet presAssocID="{034D43D0-4238-426B-8E1A-6CB5933FB4E4}" presName="bgRect" presStyleLbl="bgShp" presStyleIdx="0" presStyleCnt="3"/>
      <dgm:spPr/>
    </dgm:pt>
    <dgm:pt modelId="{F76BB03D-0314-4E66-8DFD-6175354527B3}" type="pres">
      <dgm:prSet presAssocID="{034D43D0-4238-426B-8E1A-6CB5933FB4E4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loquear con relleno sólido"/>
        </a:ext>
      </dgm:extLst>
    </dgm:pt>
    <dgm:pt modelId="{AAA5EE3A-43D5-48D3-AFD1-7438C38DA3D7}" type="pres">
      <dgm:prSet presAssocID="{034D43D0-4238-426B-8E1A-6CB5933FB4E4}" presName="spaceRect" presStyleCnt="0"/>
      <dgm:spPr/>
    </dgm:pt>
    <dgm:pt modelId="{3DA01918-BB0B-46A2-8119-8A98EE7CE572}" type="pres">
      <dgm:prSet presAssocID="{034D43D0-4238-426B-8E1A-6CB5933FB4E4}" presName="parTx" presStyleLbl="revTx" presStyleIdx="0" presStyleCnt="3">
        <dgm:presLayoutVars>
          <dgm:chMax val="0"/>
          <dgm:chPref val="0"/>
        </dgm:presLayoutVars>
      </dgm:prSet>
      <dgm:spPr/>
    </dgm:pt>
    <dgm:pt modelId="{2E4DFBDB-F17A-44D8-BD72-15E1105BF85C}" type="pres">
      <dgm:prSet presAssocID="{F8224D1E-6A85-4DFA-9989-8C6320828142}" presName="sibTrans" presStyleCnt="0"/>
      <dgm:spPr/>
    </dgm:pt>
    <dgm:pt modelId="{6B8BD792-1A64-4A42-BC02-F1D28EEA1E90}" type="pres">
      <dgm:prSet presAssocID="{607301D3-A943-45B1-B135-A655F66DD96E}" presName="compNode" presStyleCnt="0"/>
      <dgm:spPr/>
    </dgm:pt>
    <dgm:pt modelId="{6A6CC891-D06F-4590-A4A6-99FEAA95F274}" type="pres">
      <dgm:prSet presAssocID="{607301D3-A943-45B1-B135-A655F66DD96E}" presName="bgRect" presStyleLbl="bgShp" presStyleIdx="1" presStyleCnt="3"/>
      <dgm:spPr/>
    </dgm:pt>
    <dgm:pt modelId="{D0A11E2A-EA85-4EF4-B7A5-FF13665C72A1}" type="pres">
      <dgm:prSet presAssocID="{607301D3-A943-45B1-B135-A655F66DD96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ave"/>
        </a:ext>
      </dgm:extLst>
    </dgm:pt>
    <dgm:pt modelId="{3B3C17F8-8F98-4658-8982-CE8BFF8F1F17}" type="pres">
      <dgm:prSet presAssocID="{607301D3-A943-45B1-B135-A655F66DD96E}" presName="spaceRect" presStyleCnt="0"/>
      <dgm:spPr/>
    </dgm:pt>
    <dgm:pt modelId="{DA0506CA-A687-40BD-B2C1-C7C957EDB38E}" type="pres">
      <dgm:prSet presAssocID="{607301D3-A943-45B1-B135-A655F66DD96E}" presName="parTx" presStyleLbl="revTx" presStyleIdx="1" presStyleCnt="3">
        <dgm:presLayoutVars>
          <dgm:chMax val="0"/>
          <dgm:chPref val="0"/>
        </dgm:presLayoutVars>
      </dgm:prSet>
      <dgm:spPr/>
    </dgm:pt>
    <dgm:pt modelId="{69766A47-6702-4436-9AAD-5284ABF9C117}" type="pres">
      <dgm:prSet presAssocID="{0258BE01-6D64-4A75-A53D-04C3CCA7260E}" presName="sibTrans" presStyleCnt="0"/>
      <dgm:spPr/>
    </dgm:pt>
    <dgm:pt modelId="{8C836CE9-B0E9-4C93-B51D-8E3473404483}" type="pres">
      <dgm:prSet presAssocID="{B52B834A-C645-4CB4-ADEC-974753BAF28A}" presName="compNode" presStyleCnt="0"/>
      <dgm:spPr/>
    </dgm:pt>
    <dgm:pt modelId="{E4C30A4B-8722-4AAC-91B5-217193B4B05F}" type="pres">
      <dgm:prSet presAssocID="{B52B834A-C645-4CB4-ADEC-974753BAF28A}" presName="bgRect" presStyleLbl="bgShp" presStyleIdx="2" presStyleCnt="3"/>
      <dgm:spPr/>
    </dgm:pt>
    <dgm:pt modelId="{1522CA61-73E4-4050-9AAE-81C929CB1834}" type="pres">
      <dgm:prSet presAssocID="{B52B834A-C645-4CB4-ADEC-974753BAF28A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scudo con relleno sólido"/>
        </a:ext>
      </dgm:extLst>
    </dgm:pt>
    <dgm:pt modelId="{B1011C1F-B283-4DBE-B153-E9FCAEA803D8}" type="pres">
      <dgm:prSet presAssocID="{B52B834A-C645-4CB4-ADEC-974753BAF28A}" presName="spaceRect" presStyleCnt="0"/>
      <dgm:spPr/>
    </dgm:pt>
    <dgm:pt modelId="{A67F11BA-1796-4316-98C3-724AD5471026}" type="pres">
      <dgm:prSet presAssocID="{B52B834A-C645-4CB4-ADEC-974753BAF28A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DD993B67-B540-48C9-AABE-846C21DDAC7C}" type="presOf" srcId="{B52B834A-C645-4CB4-ADEC-974753BAF28A}" destId="{A67F11BA-1796-4316-98C3-724AD5471026}" srcOrd="0" destOrd="0" presId="urn:microsoft.com/office/officeart/2018/2/layout/IconVerticalSolidList"/>
    <dgm:cxn modelId="{4F1A0B57-405D-443D-A21D-A6D5572DFCEC}" type="presOf" srcId="{224F3E83-F8DE-430C-80E5-E7D5D8F28CE8}" destId="{545CC187-B9C9-4AE4-AE57-7E5B3F46457A}" srcOrd="0" destOrd="0" presId="urn:microsoft.com/office/officeart/2018/2/layout/IconVerticalSolidList"/>
    <dgm:cxn modelId="{D01A9B77-E380-40E5-81B5-180415826003}" srcId="{224F3E83-F8DE-430C-80E5-E7D5D8F28CE8}" destId="{607301D3-A943-45B1-B135-A655F66DD96E}" srcOrd="1" destOrd="0" parTransId="{8F3E6F09-0F73-4829-B6AA-F2588C1D964D}" sibTransId="{0258BE01-6D64-4A75-A53D-04C3CCA7260E}"/>
    <dgm:cxn modelId="{42B77798-586F-4A1B-A377-49FF591CFC9A}" type="presOf" srcId="{034D43D0-4238-426B-8E1A-6CB5933FB4E4}" destId="{3DA01918-BB0B-46A2-8119-8A98EE7CE572}" srcOrd="0" destOrd="0" presId="urn:microsoft.com/office/officeart/2018/2/layout/IconVerticalSolidList"/>
    <dgm:cxn modelId="{B4B30BA0-A99B-4407-95E8-2319801BBB22}" srcId="{224F3E83-F8DE-430C-80E5-E7D5D8F28CE8}" destId="{B52B834A-C645-4CB4-ADEC-974753BAF28A}" srcOrd="2" destOrd="0" parTransId="{C6D30C94-0F59-4BFD-BACB-C7267C4BD550}" sibTransId="{090191FA-B5DA-40B9-8EA6-354F6A083AE5}"/>
    <dgm:cxn modelId="{172790B9-AC5E-4B40-B6F0-2D20121B85D6}" srcId="{224F3E83-F8DE-430C-80E5-E7D5D8F28CE8}" destId="{034D43D0-4238-426B-8E1A-6CB5933FB4E4}" srcOrd="0" destOrd="0" parTransId="{573C4C09-95B4-4EAA-BF4F-E34F7CADC400}" sibTransId="{F8224D1E-6A85-4DFA-9989-8C6320828142}"/>
    <dgm:cxn modelId="{2EFED5DC-B342-43CA-BA55-11678BF3250C}" type="presOf" srcId="{607301D3-A943-45B1-B135-A655F66DD96E}" destId="{DA0506CA-A687-40BD-B2C1-C7C957EDB38E}" srcOrd="0" destOrd="0" presId="urn:microsoft.com/office/officeart/2018/2/layout/IconVerticalSolidList"/>
    <dgm:cxn modelId="{7511C23E-13A8-4110-9518-51CA2347D7BB}" type="presParOf" srcId="{545CC187-B9C9-4AE4-AE57-7E5B3F46457A}" destId="{1E06D0C2-9071-4EBD-9848-0F2668FDA991}" srcOrd="0" destOrd="0" presId="urn:microsoft.com/office/officeart/2018/2/layout/IconVerticalSolidList"/>
    <dgm:cxn modelId="{CE8EA887-546A-4445-9831-6D9630AEFA11}" type="presParOf" srcId="{1E06D0C2-9071-4EBD-9848-0F2668FDA991}" destId="{C98B24A0-8585-4B6C-8CB4-DE6C09CB7557}" srcOrd="0" destOrd="0" presId="urn:microsoft.com/office/officeart/2018/2/layout/IconVerticalSolidList"/>
    <dgm:cxn modelId="{74FA488A-6E1C-44CB-A505-9FB2EA874D80}" type="presParOf" srcId="{1E06D0C2-9071-4EBD-9848-0F2668FDA991}" destId="{F76BB03D-0314-4E66-8DFD-6175354527B3}" srcOrd="1" destOrd="0" presId="urn:microsoft.com/office/officeart/2018/2/layout/IconVerticalSolidList"/>
    <dgm:cxn modelId="{A29CE7FD-F406-48DE-AB7D-BDF05A2A033E}" type="presParOf" srcId="{1E06D0C2-9071-4EBD-9848-0F2668FDA991}" destId="{AAA5EE3A-43D5-48D3-AFD1-7438C38DA3D7}" srcOrd="2" destOrd="0" presId="urn:microsoft.com/office/officeart/2018/2/layout/IconVerticalSolidList"/>
    <dgm:cxn modelId="{29A18877-292B-407C-ABC8-485EF87473E3}" type="presParOf" srcId="{1E06D0C2-9071-4EBD-9848-0F2668FDA991}" destId="{3DA01918-BB0B-46A2-8119-8A98EE7CE572}" srcOrd="3" destOrd="0" presId="urn:microsoft.com/office/officeart/2018/2/layout/IconVerticalSolidList"/>
    <dgm:cxn modelId="{E1D5E792-7A0B-483B-A206-314F76D26A25}" type="presParOf" srcId="{545CC187-B9C9-4AE4-AE57-7E5B3F46457A}" destId="{2E4DFBDB-F17A-44D8-BD72-15E1105BF85C}" srcOrd="1" destOrd="0" presId="urn:microsoft.com/office/officeart/2018/2/layout/IconVerticalSolidList"/>
    <dgm:cxn modelId="{417D3FB2-2643-4FDA-9E5F-4FF72C86A28E}" type="presParOf" srcId="{545CC187-B9C9-4AE4-AE57-7E5B3F46457A}" destId="{6B8BD792-1A64-4A42-BC02-F1D28EEA1E90}" srcOrd="2" destOrd="0" presId="urn:microsoft.com/office/officeart/2018/2/layout/IconVerticalSolidList"/>
    <dgm:cxn modelId="{0D891C03-E2B6-4C58-A1F3-EC80C71917C3}" type="presParOf" srcId="{6B8BD792-1A64-4A42-BC02-F1D28EEA1E90}" destId="{6A6CC891-D06F-4590-A4A6-99FEAA95F274}" srcOrd="0" destOrd="0" presId="urn:microsoft.com/office/officeart/2018/2/layout/IconVerticalSolidList"/>
    <dgm:cxn modelId="{254422D8-4A56-420F-B552-8F6283596670}" type="presParOf" srcId="{6B8BD792-1A64-4A42-BC02-F1D28EEA1E90}" destId="{D0A11E2A-EA85-4EF4-B7A5-FF13665C72A1}" srcOrd="1" destOrd="0" presId="urn:microsoft.com/office/officeart/2018/2/layout/IconVerticalSolidList"/>
    <dgm:cxn modelId="{74D96357-D9FE-4B20-A316-30185A23F7AF}" type="presParOf" srcId="{6B8BD792-1A64-4A42-BC02-F1D28EEA1E90}" destId="{3B3C17F8-8F98-4658-8982-CE8BFF8F1F17}" srcOrd="2" destOrd="0" presId="urn:microsoft.com/office/officeart/2018/2/layout/IconVerticalSolidList"/>
    <dgm:cxn modelId="{CAE248BF-8099-4D02-93A4-DEBAFC002511}" type="presParOf" srcId="{6B8BD792-1A64-4A42-BC02-F1D28EEA1E90}" destId="{DA0506CA-A687-40BD-B2C1-C7C957EDB38E}" srcOrd="3" destOrd="0" presId="urn:microsoft.com/office/officeart/2018/2/layout/IconVerticalSolidList"/>
    <dgm:cxn modelId="{606BBBBF-8D0E-4041-BE80-E45FC5843BD5}" type="presParOf" srcId="{545CC187-B9C9-4AE4-AE57-7E5B3F46457A}" destId="{69766A47-6702-4436-9AAD-5284ABF9C117}" srcOrd="3" destOrd="0" presId="urn:microsoft.com/office/officeart/2018/2/layout/IconVerticalSolidList"/>
    <dgm:cxn modelId="{2EDFA435-4FA2-45FB-87F1-2B3FCE732A9D}" type="presParOf" srcId="{545CC187-B9C9-4AE4-AE57-7E5B3F46457A}" destId="{8C836CE9-B0E9-4C93-B51D-8E3473404483}" srcOrd="4" destOrd="0" presId="urn:microsoft.com/office/officeart/2018/2/layout/IconVerticalSolidList"/>
    <dgm:cxn modelId="{81063168-2909-4A48-A25E-BE269CDC1930}" type="presParOf" srcId="{8C836CE9-B0E9-4C93-B51D-8E3473404483}" destId="{E4C30A4B-8722-4AAC-91B5-217193B4B05F}" srcOrd="0" destOrd="0" presId="urn:microsoft.com/office/officeart/2018/2/layout/IconVerticalSolidList"/>
    <dgm:cxn modelId="{B2FB05C2-1AE3-4A9E-9A72-4694CD504430}" type="presParOf" srcId="{8C836CE9-B0E9-4C93-B51D-8E3473404483}" destId="{1522CA61-73E4-4050-9AAE-81C929CB1834}" srcOrd="1" destOrd="0" presId="urn:microsoft.com/office/officeart/2018/2/layout/IconVerticalSolidList"/>
    <dgm:cxn modelId="{25054112-F786-493F-8E7F-3E17305DF539}" type="presParOf" srcId="{8C836CE9-B0E9-4C93-B51D-8E3473404483}" destId="{B1011C1F-B283-4DBE-B153-E9FCAEA803D8}" srcOrd="2" destOrd="0" presId="urn:microsoft.com/office/officeart/2018/2/layout/IconVerticalSolidList"/>
    <dgm:cxn modelId="{9A3EF968-E103-442F-85F5-AA6F4502F7E2}" type="presParOf" srcId="{8C836CE9-B0E9-4C93-B51D-8E3473404483}" destId="{A67F11BA-1796-4316-98C3-724AD547102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096A4CF-CF66-47DA-92C5-724ED97C509C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7C9318D9-7A8B-41A7-A70F-A4A35E7CA45A}">
      <dgm:prSet phldrT="[Texto]"/>
      <dgm:spPr/>
      <dgm:t>
        <a:bodyPr/>
        <a:lstStyle/>
        <a:p>
          <a:r>
            <a:rPr lang="es-ES" dirty="0"/>
            <a:t>Intercambio previo.</a:t>
          </a:r>
        </a:p>
      </dgm:t>
    </dgm:pt>
    <dgm:pt modelId="{937E2F83-AF83-4850-8ACF-EC8791BF98AE}" type="parTrans" cxnId="{BEFC72E0-9BE3-4401-8E68-D9C1CB42C022}">
      <dgm:prSet/>
      <dgm:spPr/>
      <dgm:t>
        <a:bodyPr/>
        <a:lstStyle/>
        <a:p>
          <a:endParaRPr lang="es-ES"/>
        </a:p>
      </dgm:t>
    </dgm:pt>
    <dgm:pt modelId="{0156CC48-3312-4482-A65D-B694AAFEB002}" type="sibTrans" cxnId="{BEFC72E0-9BE3-4401-8E68-D9C1CB42C022}">
      <dgm:prSet/>
      <dgm:spPr/>
      <dgm:t>
        <a:bodyPr/>
        <a:lstStyle/>
        <a:p>
          <a:endParaRPr lang="es-ES"/>
        </a:p>
      </dgm:t>
    </dgm:pt>
    <dgm:pt modelId="{190C2D78-3E90-4597-823A-9A979B3FDFB7}">
      <dgm:prSet phldrT="[Texto]"/>
      <dgm:spPr/>
      <dgm:t>
        <a:bodyPr/>
        <a:lstStyle/>
        <a:p>
          <a:r>
            <a:rPr lang="es-ES" dirty="0"/>
            <a:t>Clave secreta.</a:t>
          </a:r>
        </a:p>
      </dgm:t>
    </dgm:pt>
    <dgm:pt modelId="{06C767DE-C4D8-4246-9507-87CBB0BC169A}" type="parTrans" cxnId="{5367582D-5D54-46D6-8D33-5112368099D4}">
      <dgm:prSet/>
      <dgm:spPr/>
      <dgm:t>
        <a:bodyPr/>
        <a:lstStyle/>
        <a:p>
          <a:endParaRPr lang="es-ES"/>
        </a:p>
      </dgm:t>
    </dgm:pt>
    <dgm:pt modelId="{1903E0CB-D39C-4F2F-BE8B-30D4AEB29D31}" type="sibTrans" cxnId="{5367582D-5D54-46D6-8D33-5112368099D4}">
      <dgm:prSet/>
      <dgm:spPr/>
      <dgm:t>
        <a:bodyPr/>
        <a:lstStyle/>
        <a:p>
          <a:endParaRPr lang="es-ES"/>
        </a:p>
      </dgm:t>
    </dgm:pt>
    <dgm:pt modelId="{0BB7B60B-0FB9-4EEC-977F-6980EEED234A}">
      <dgm:prSet/>
      <dgm:spPr/>
      <dgm:t>
        <a:bodyPr/>
        <a:lstStyle/>
        <a:p>
          <a:r>
            <a:rPr lang="es-ES" dirty="0"/>
            <a:t>Algoritmo común.</a:t>
          </a:r>
        </a:p>
      </dgm:t>
    </dgm:pt>
    <dgm:pt modelId="{D2647BCF-E730-45A2-A379-ACD335AF017D}" type="parTrans" cxnId="{674D8475-105D-4CF9-8CBB-C8AF74D9F0DC}">
      <dgm:prSet/>
      <dgm:spPr/>
      <dgm:t>
        <a:bodyPr/>
        <a:lstStyle/>
        <a:p>
          <a:endParaRPr lang="es-ES"/>
        </a:p>
      </dgm:t>
    </dgm:pt>
    <dgm:pt modelId="{FDBA677E-505C-42A4-AF51-58CA2354FEF2}" type="sibTrans" cxnId="{674D8475-105D-4CF9-8CBB-C8AF74D9F0DC}">
      <dgm:prSet/>
      <dgm:spPr/>
      <dgm:t>
        <a:bodyPr/>
        <a:lstStyle/>
        <a:p>
          <a:endParaRPr lang="es-ES"/>
        </a:p>
      </dgm:t>
    </dgm:pt>
    <dgm:pt modelId="{B484D02B-FB71-491B-B849-A37F95003A94}">
      <dgm:prSet/>
      <dgm:spPr/>
      <dgm:t>
        <a:bodyPr/>
        <a:lstStyle/>
        <a:p>
          <a:r>
            <a:rPr lang="es-ES" dirty="0"/>
            <a:t>Sin mecanismos de autenticidad o integridad.</a:t>
          </a:r>
        </a:p>
      </dgm:t>
    </dgm:pt>
    <dgm:pt modelId="{C0A5D4E8-D2DD-4082-AB3D-A512A0D7DEC8}" type="parTrans" cxnId="{9D5828A0-CDFF-430D-8F25-3FBC1B84BAAE}">
      <dgm:prSet/>
      <dgm:spPr/>
      <dgm:t>
        <a:bodyPr/>
        <a:lstStyle/>
        <a:p>
          <a:endParaRPr lang="es-ES"/>
        </a:p>
      </dgm:t>
    </dgm:pt>
    <dgm:pt modelId="{B3779714-7731-4F03-8DE2-94DA37464ACE}" type="sibTrans" cxnId="{9D5828A0-CDFF-430D-8F25-3FBC1B84BAAE}">
      <dgm:prSet/>
      <dgm:spPr/>
      <dgm:t>
        <a:bodyPr/>
        <a:lstStyle/>
        <a:p>
          <a:endParaRPr lang="es-ES"/>
        </a:p>
      </dgm:t>
    </dgm:pt>
    <dgm:pt modelId="{3F07C48D-4CF5-44B4-886C-E6CA73F9205E}" type="pres">
      <dgm:prSet presAssocID="{F096A4CF-CF66-47DA-92C5-724ED97C509C}" presName="diagram" presStyleCnt="0">
        <dgm:presLayoutVars>
          <dgm:dir/>
          <dgm:resizeHandles val="exact"/>
        </dgm:presLayoutVars>
      </dgm:prSet>
      <dgm:spPr/>
    </dgm:pt>
    <dgm:pt modelId="{94DFBE03-686E-4E71-8C78-E387F16C2521}" type="pres">
      <dgm:prSet presAssocID="{7C9318D9-7A8B-41A7-A70F-A4A35E7CA45A}" presName="node" presStyleLbl="node1" presStyleIdx="0" presStyleCnt="4">
        <dgm:presLayoutVars>
          <dgm:bulletEnabled val="1"/>
        </dgm:presLayoutVars>
      </dgm:prSet>
      <dgm:spPr/>
    </dgm:pt>
    <dgm:pt modelId="{A20B0B0D-A755-43D9-9ACE-FC603212088A}" type="pres">
      <dgm:prSet presAssocID="{0156CC48-3312-4482-A65D-B694AAFEB002}" presName="sibTrans" presStyleCnt="0"/>
      <dgm:spPr/>
    </dgm:pt>
    <dgm:pt modelId="{55093C89-651E-477B-A40E-24DFF244E5CE}" type="pres">
      <dgm:prSet presAssocID="{190C2D78-3E90-4597-823A-9A979B3FDFB7}" presName="node" presStyleLbl="node1" presStyleIdx="1" presStyleCnt="4" custLinFactNeighborX="12107">
        <dgm:presLayoutVars>
          <dgm:bulletEnabled val="1"/>
        </dgm:presLayoutVars>
      </dgm:prSet>
      <dgm:spPr/>
    </dgm:pt>
    <dgm:pt modelId="{B46D1173-4922-427D-999F-3A71DE771A60}" type="pres">
      <dgm:prSet presAssocID="{1903E0CB-D39C-4F2F-BE8B-30D4AEB29D31}" presName="sibTrans" presStyleCnt="0"/>
      <dgm:spPr/>
    </dgm:pt>
    <dgm:pt modelId="{3194247F-7CC7-416F-A24E-75AFEE7C784E}" type="pres">
      <dgm:prSet presAssocID="{0BB7B60B-0FB9-4EEC-977F-6980EEED234A}" presName="node" presStyleLbl="node1" presStyleIdx="2" presStyleCnt="4">
        <dgm:presLayoutVars>
          <dgm:bulletEnabled val="1"/>
        </dgm:presLayoutVars>
      </dgm:prSet>
      <dgm:spPr/>
    </dgm:pt>
    <dgm:pt modelId="{AD5E2901-E744-49AA-A29E-EFDF81F8CDFB}" type="pres">
      <dgm:prSet presAssocID="{FDBA677E-505C-42A4-AF51-58CA2354FEF2}" presName="sibTrans" presStyleCnt="0"/>
      <dgm:spPr/>
    </dgm:pt>
    <dgm:pt modelId="{D2058179-AF5F-4701-8FDF-155F3F835898}" type="pres">
      <dgm:prSet presAssocID="{B484D02B-FB71-491B-B849-A37F95003A94}" presName="node" presStyleLbl="node1" presStyleIdx="3" presStyleCnt="4" custLinFactNeighborX="10461" custLinFactNeighborY="28">
        <dgm:presLayoutVars>
          <dgm:bulletEnabled val="1"/>
        </dgm:presLayoutVars>
      </dgm:prSet>
      <dgm:spPr/>
    </dgm:pt>
  </dgm:ptLst>
  <dgm:cxnLst>
    <dgm:cxn modelId="{E0AE8227-CF1F-4DBE-86D6-AEEB262F1673}" type="presOf" srcId="{F096A4CF-CF66-47DA-92C5-724ED97C509C}" destId="{3F07C48D-4CF5-44B4-886C-E6CA73F9205E}" srcOrd="0" destOrd="0" presId="urn:microsoft.com/office/officeart/2005/8/layout/default"/>
    <dgm:cxn modelId="{5367582D-5D54-46D6-8D33-5112368099D4}" srcId="{F096A4CF-CF66-47DA-92C5-724ED97C509C}" destId="{190C2D78-3E90-4597-823A-9A979B3FDFB7}" srcOrd="1" destOrd="0" parTransId="{06C767DE-C4D8-4246-9507-87CBB0BC169A}" sibTransId="{1903E0CB-D39C-4F2F-BE8B-30D4AEB29D31}"/>
    <dgm:cxn modelId="{674D8475-105D-4CF9-8CBB-C8AF74D9F0DC}" srcId="{F096A4CF-CF66-47DA-92C5-724ED97C509C}" destId="{0BB7B60B-0FB9-4EEC-977F-6980EEED234A}" srcOrd="2" destOrd="0" parTransId="{D2647BCF-E730-45A2-A379-ACD335AF017D}" sibTransId="{FDBA677E-505C-42A4-AF51-58CA2354FEF2}"/>
    <dgm:cxn modelId="{6160E255-0C13-497E-8EC0-0F820F6BC247}" type="presOf" srcId="{190C2D78-3E90-4597-823A-9A979B3FDFB7}" destId="{55093C89-651E-477B-A40E-24DFF244E5CE}" srcOrd="0" destOrd="0" presId="urn:microsoft.com/office/officeart/2005/8/layout/default"/>
    <dgm:cxn modelId="{7593E57B-FA3B-4C85-A08A-95EAE62D2765}" type="presOf" srcId="{7C9318D9-7A8B-41A7-A70F-A4A35E7CA45A}" destId="{94DFBE03-686E-4E71-8C78-E387F16C2521}" srcOrd="0" destOrd="0" presId="urn:microsoft.com/office/officeart/2005/8/layout/default"/>
    <dgm:cxn modelId="{9D5828A0-CDFF-430D-8F25-3FBC1B84BAAE}" srcId="{F096A4CF-CF66-47DA-92C5-724ED97C509C}" destId="{B484D02B-FB71-491B-B849-A37F95003A94}" srcOrd="3" destOrd="0" parTransId="{C0A5D4E8-D2DD-4082-AB3D-A512A0D7DEC8}" sibTransId="{B3779714-7731-4F03-8DE2-94DA37464ACE}"/>
    <dgm:cxn modelId="{6B9970DA-A1D6-4484-A3CD-46EB2768EA3E}" type="presOf" srcId="{B484D02B-FB71-491B-B849-A37F95003A94}" destId="{D2058179-AF5F-4701-8FDF-155F3F835898}" srcOrd="0" destOrd="0" presId="urn:microsoft.com/office/officeart/2005/8/layout/default"/>
    <dgm:cxn modelId="{BEFC72E0-9BE3-4401-8E68-D9C1CB42C022}" srcId="{F096A4CF-CF66-47DA-92C5-724ED97C509C}" destId="{7C9318D9-7A8B-41A7-A70F-A4A35E7CA45A}" srcOrd="0" destOrd="0" parTransId="{937E2F83-AF83-4850-8ACF-EC8791BF98AE}" sibTransId="{0156CC48-3312-4482-A65D-B694AAFEB002}"/>
    <dgm:cxn modelId="{E28684E5-6058-4551-933A-1B0FFB0B7257}" type="presOf" srcId="{0BB7B60B-0FB9-4EEC-977F-6980EEED234A}" destId="{3194247F-7CC7-416F-A24E-75AFEE7C784E}" srcOrd="0" destOrd="0" presId="urn:microsoft.com/office/officeart/2005/8/layout/default"/>
    <dgm:cxn modelId="{10F4B9FA-4D89-4D6A-9E52-D0942A46C3D8}" type="presParOf" srcId="{3F07C48D-4CF5-44B4-886C-E6CA73F9205E}" destId="{94DFBE03-686E-4E71-8C78-E387F16C2521}" srcOrd="0" destOrd="0" presId="urn:microsoft.com/office/officeart/2005/8/layout/default"/>
    <dgm:cxn modelId="{504921B5-0149-40DB-B485-BB63C153E5E9}" type="presParOf" srcId="{3F07C48D-4CF5-44B4-886C-E6CA73F9205E}" destId="{A20B0B0D-A755-43D9-9ACE-FC603212088A}" srcOrd="1" destOrd="0" presId="urn:microsoft.com/office/officeart/2005/8/layout/default"/>
    <dgm:cxn modelId="{8E8C68AA-13B6-42DE-86F1-E263D26EA062}" type="presParOf" srcId="{3F07C48D-4CF5-44B4-886C-E6CA73F9205E}" destId="{55093C89-651E-477B-A40E-24DFF244E5CE}" srcOrd="2" destOrd="0" presId="urn:microsoft.com/office/officeart/2005/8/layout/default"/>
    <dgm:cxn modelId="{39E5BD93-45B9-4776-B50E-E736DCA8667E}" type="presParOf" srcId="{3F07C48D-4CF5-44B4-886C-E6CA73F9205E}" destId="{B46D1173-4922-427D-999F-3A71DE771A60}" srcOrd="3" destOrd="0" presId="urn:microsoft.com/office/officeart/2005/8/layout/default"/>
    <dgm:cxn modelId="{453B1680-E29C-4BA2-B738-7B557D69B21D}" type="presParOf" srcId="{3F07C48D-4CF5-44B4-886C-E6CA73F9205E}" destId="{3194247F-7CC7-416F-A24E-75AFEE7C784E}" srcOrd="4" destOrd="0" presId="urn:microsoft.com/office/officeart/2005/8/layout/default"/>
    <dgm:cxn modelId="{717C94ED-79D0-4039-B5DA-CCFCA195E400}" type="presParOf" srcId="{3F07C48D-4CF5-44B4-886C-E6CA73F9205E}" destId="{AD5E2901-E744-49AA-A29E-EFDF81F8CDFB}" srcOrd="5" destOrd="0" presId="urn:microsoft.com/office/officeart/2005/8/layout/default"/>
    <dgm:cxn modelId="{2154FE37-4587-4EC9-B36A-E444218F6B90}" type="presParOf" srcId="{3F07C48D-4CF5-44B4-886C-E6CA73F9205E}" destId="{D2058179-AF5F-4701-8FDF-155F3F835898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38259FD-5BFB-4A58-8EB8-4C7874ADDA6E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</dgm:pt>
    <dgm:pt modelId="{053CA9E9-235C-41A5-9812-F509C6C0EF0E}">
      <dgm:prSet phldrT="[Texto]"/>
      <dgm:spPr/>
      <dgm:t>
        <a:bodyPr/>
        <a:lstStyle/>
        <a:p>
          <a:r>
            <a:rPr lang="es-ES" dirty="0"/>
            <a:t>Criptografía clásica</a:t>
          </a:r>
        </a:p>
      </dgm:t>
    </dgm:pt>
    <dgm:pt modelId="{D626C592-C2C4-4B04-9F76-B4C859EC6B38}" type="parTrans" cxnId="{BE54072B-4CE1-4907-8A69-ED1B37DA044F}">
      <dgm:prSet/>
      <dgm:spPr/>
      <dgm:t>
        <a:bodyPr/>
        <a:lstStyle/>
        <a:p>
          <a:endParaRPr lang="es-ES"/>
        </a:p>
      </dgm:t>
    </dgm:pt>
    <dgm:pt modelId="{5EA1AB75-2129-42A0-96F1-ADECF752114A}" type="sibTrans" cxnId="{BE54072B-4CE1-4907-8A69-ED1B37DA044F}">
      <dgm:prSet/>
      <dgm:spPr/>
      <dgm:t>
        <a:bodyPr/>
        <a:lstStyle/>
        <a:p>
          <a:endParaRPr lang="es-ES"/>
        </a:p>
      </dgm:t>
    </dgm:pt>
    <dgm:pt modelId="{9F6BE530-C5D9-49CC-B46E-3FAA77058661}">
      <dgm:prSet phldrT="[Texto]"/>
      <dgm:spPr/>
      <dgm:t>
        <a:bodyPr/>
        <a:lstStyle/>
        <a:p>
          <a:r>
            <a:rPr lang="es-ES" dirty="0"/>
            <a:t>Criptografía moderna</a:t>
          </a:r>
        </a:p>
      </dgm:t>
    </dgm:pt>
    <dgm:pt modelId="{6F5BC19D-B668-4C40-9AD7-CB3B83C168A6}" type="parTrans" cxnId="{219D204C-5149-4440-BAFB-2A2D14DB80D3}">
      <dgm:prSet/>
      <dgm:spPr/>
      <dgm:t>
        <a:bodyPr/>
        <a:lstStyle/>
        <a:p>
          <a:endParaRPr lang="es-ES"/>
        </a:p>
      </dgm:t>
    </dgm:pt>
    <dgm:pt modelId="{82CC9953-E3E5-4B28-BD4E-DCCCBB94AD54}" type="sibTrans" cxnId="{219D204C-5149-4440-BAFB-2A2D14DB80D3}">
      <dgm:prSet/>
      <dgm:spPr/>
      <dgm:t>
        <a:bodyPr/>
        <a:lstStyle/>
        <a:p>
          <a:endParaRPr lang="es-ES"/>
        </a:p>
      </dgm:t>
    </dgm:pt>
    <dgm:pt modelId="{EFCBD5E2-9295-426D-BE96-F4202C9CF6A6}" type="pres">
      <dgm:prSet presAssocID="{338259FD-5BFB-4A58-8EB8-4C7874ADDA6E}" presName="Name0" presStyleCnt="0">
        <dgm:presLayoutVars>
          <dgm:dir/>
          <dgm:resizeHandles val="exact"/>
        </dgm:presLayoutVars>
      </dgm:prSet>
      <dgm:spPr/>
    </dgm:pt>
    <dgm:pt modelId="{82630489-97E5-4352-BEBB-720EE825AC5C}" type="pres">
      <dgm:prSet presAssocID="{053CA9E9-235C-41A5-9812-F509C6C0EF0E}" presName="node" presStyleLbl="node1" presStyleIdx="0" presStyleCnt="2">
        <dgm:presLayoutVars>
          <dgm:bulletEnabled val="1"/>
        </dgm:presLayoutVars>
      </dgm:prSet>
      <dgm:spPr/>
    </dgm:pt>
    <dgm:pt modelId="{D827F30C-80BD-47A5-8441-C6E99E7C08CF}" type="pres">
      <dgm:prSet presAssocID="{5EA1AB75-2129-42A0-96F1-ADECF752114A}" presName="sibTrans" presStyleLbl="sibTrans2D1" presStyleIdx="0" presStyleCnt="1"/>
      <dgm:spPr/>
    </dgm:pt>
    <dgm:pt modelId="{BA1A81ED-89FA-485A-B89F-093C23D8D447}" type="pres">
      <dgm:prSet presAssocID="{5EA1AB75-2129-42A0-96F1-ADECF752114A}" presName="connectorText" presStyleLbl="sibTrans2D1" presStyleIdx="0" presStyleCnt="1"/>
      <dgm:spPr/>
    </dgm:pt>
    <dgm:pt modelId="{7DB94089-4E1C-46C1-9046-B41A7932C7DE}" type="pres">
      <dgm:prSet presAssocID="{9F6BE530-C5D9-49CC-B46E-3FAA77058661}" presName="node" presStyleLbl="node1" presStyleIdx="1" presStyleCnt="2">
        <dgm:presLayoutVars>
          <dgm:bulletEnabled val="1"/>
        </dgm:presLayoutVars>
      </dgm:prSet>
      <dgm:spPr/>
    </dgm:pt>
  </dgm:ptLst>
  <dgm:cxnLst>
    <dgm:cxn modelId="{78C61B10-45AE-4E64-9379-AF08C302499E}" type="presOf" srcId="{053CA9E9-235C-41A5-9812-F509C6C0EF0E}" destId="{82630489-97E5-4352-BEBB-720EE825AC5C}" srcOrd="0" destOrd="0" presId="urn:microsoft.com/office/officeart/2005/8/layout/process1"/>
    <dgm:cxn modelId="{BE54072B-4CE1-4907-8A69-ED1B37DA044F}" srcId="{338259FD-5BFB-4A58-8EB8-4C7874ADDA6E}" destId="{053CA9E9-235C-41A5-9812-F509C6C0EF0E}" srcOrd="0" destOrd="0" parTransId="{D626C592-C2C4-4B04-9F76-B4C859EC6B38}" sibTransId="{5EA1AB75-2129-42A0-96F1-ADECF752114A}"/>
    <dgm:cxn modelId="{8715682C-7D71-4687-871C-896C00F45665}" type="presOf" srcId="{338259FD-5BFB-4A58-8EB8-4C7874ADDA6E}" destId="{EFCBD5E2-9295-426D-BE96-F4202C9CF6A6}" srcOrd="0" destOrd="0" presId="urn:microsoft.com/office/officeart/2005/8/layout/process1"/>
    <dgm:cxn modelId="{219D204C-5149-4440-BAFB-2A2D14DB80D3}" srcId="{338259FD-5BFB-4A58-8EB8-4C7874ADDA6E}" destId="{9F6BE530-C5D9-49CC-B46E-3FAA77058661}" srcOrd="1" destOrd="0" parTransId="{6F5BC19D-B668-4C40-9AD7-CB3B83C168A6}" sibTransId="{82CC9953-E3E5-4B28-BD4E-DCCCBB94AD54}"/>
    <dgm:cxn modelId="{3E495CA9-EFAC-4068-91A6-7498252BCC6C}" type="presOf" srcId="{5EA1AB75-2129-42A0-96F1-ADECF752114A}" destId="{D827F30C-80BD-47A5-8441-C6E99E7C08CF}" srcOrd="0" destOrd="0" presId="urn:microsoft.com/office/officeart/2005/8/layout/process1"/>
    <dgm:cxn modelId="{7D5CF6B2-1027-4DB2-B122-A4312862B09D}" type="presOf" srcId="{9F6BE530-C5D9-49CC-B46E-3FAA77058661}" destId="{7DB94089-4E1C-46C1-9046-B41A7932C7DE}" srcOrd="0" destOrd="0" presId="urn:microsoft.com/office/officeart/2005/8/layout/process1"/>
    <dgm:cxn modelId="{99C7F8C4-1DF2-4310-9BAA-944D64E3DDB2}" type="presOf" srcId="{5EA1AB75-2129-42A0-96F1-ADECF752114A}" destId="{BA1A81ED-89FA-485A-B89F-093C23D8D447}" srcOrd="1" destOrd="0" presId="urn:microsoft.com/office/officeart/2005/8/layout/process1"/>
    <dgm:cxn modelId="{9985AF1E-FF54-4E15-8CF8-75175EFBD0A4}" type="presParOf" srcId="{EFCBD5E2-9295-426D-BE96-F4202C9CF6A6}" destId="{82630489-97E5-4352-BEBB-720EE825AC5C}" srcOrd="0" destOrd="0" presId="urn:microsoft.com/office/officeart/2005/8/layout/process1"/>
    <dgm:cxn modelId="{0755FFE9-5291-49A0-849F-8C7849774A5B}" type="presParOf" srcId="{EFCBD5E2-9295-426D-BE96-F4202C9CF6A6}" destId="{D827F30C-80BD-47A5-8441-C6E99E7C08CF}" srcOrd="1" destOrd="0" presId="urn:microsoft.com/office/officeart/2005/8/layout/process1"/>
    <dgm:cxn modelId="{6BDB4567-B09D-4C3E-A36B-EAFEDA2E7DC5}" type="presParOf" srcId="{D827F30C-80BD-47A5-8441-C6E99E7C08CF}" destId="{BA1A81ED-89FA-485A-B89F-093C23D8D447}" srcOrd="0" destOrd="0" presId="urn:microsoft.com/office/officeart/2005/8/layout/process1"/>
    <dgm:cxn modelId="{0FD408ED-94FA-49E8-AD18-50A685617012}" type="presParOf" srcId="{EFCBD5E2-9295-426D-BE96-F4202C9CF6A6}" destId="{7DB94089-4E1C-46C1-9046-B41A7932C7DE}" srcOrd="2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9F928FD-123D-44A0-A78C-C1FEBA96DED9}">
      <dsp:nvSpPr>
        <dsp:cNvPr id="0" name=""/>
        <dsp:cNvSpPr/>
      </dsp:nvSpPr>
      <dsp:spPr>
        <a:xfrm>
          <a:off x="799474" y="803568"/>
          <a:ext cx="1098000" cy="109800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B321FE4-06FB-4CEB-A173-BEBA5251C48A}">
      <dsp:nvSpPr>
        <dsp:cNvPr id="0" name=""/>
        <dsp:cNvSpPr/>
      </dsp:nvSpPr>
      <dsp:spPr>
        <a:xfrm>
          <a:off x="1033474" y="1037569"/>
          <a:ext cx="630000" cy="63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EDBE00-8505-4D40-972A-1C36E6BCA5ED}">
      <dsp:nvSpPr>
        <dsp:cNvPr id="0" name=""/>
        <dsp:cNvSpPr/>
      </dsp:nvSpPr>
      <dsp:spPr>
        <a:xfrm>
          <a:off x="448474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Introducción</a:t>
          </a:r>
          <a:endParaRPr lang="en-US" sz="1900" kern="1200" dirty="0"/>
        </a:p>
      </dsp:txBody>
      <dsp:txXfrm>
        <a:off x="448474" y="2243569"/>
        <a:ext cx="1800000" cy="720000"/>
      </dsp:txXfrm>
    </dsp:sp>
    <dsp:sp modelId="{2AEC9E5B-DB2F-4116-B1C5-87F4576CB5D8}">
      <dsp:nvSpPr>
        <dsp:cNvPr id="0" name=""/>
        <dsp:cNvSpPr/>
      </dsp:nvSpPr>
      <dsp:spPr>
        <a:xfrm>
          <a:off x="2914474" y="803568"/>
          <a:ext cx="1098000" cy="1098000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D843349-B2B6-4A17-8774-72FF6C30145D}">
      <dsp:nvSpPr>
        <dsp:cNvPr id="0" name=""/>
        <dsp:cNvSpPr/>
      </dsp:nvSpPr>
      <dsp:spPr>
        <a:xfrm>
          <a:off x="3148474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D762E4-D69B-4968-8ACE-550D49051E11}">
      <dsp:nvSpPr>
        <dsp:cNvPr id="0" name=""/>
        <dsp:cNvSpPr/>
      </dsp:nvSpPr>
      <dsp:spPr>
        <a:xfrm>
          <a:off x="2563474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Criptografía clásica</a:t>
          </a:r>
          <a:endParaRPr lang="en-US" sz="1900" kern="1200" dirty="0"/>
        </a:p>
      </dsp:txBody>
      <dsp:txXfrm>
        <a:off x="2563474" y="2243569"/>
        <a:ext cx="1800000" cy="720000"/>
      </dsp:txXfrm>
    </dsp:sp>
    <dsp:sp modelId="{A838D911-4E61-417D-9C22-EED7DCB0F7D5}">
      <dsp:nvSpPr>
        <dsp:cNvPr id="0" name=""/>
        <dsp:cNvSpPr/>
      </dsp:nvSpPr>
      <dsp:spPr>
        <a:xfrm>
          <a:off x="5029475" y="803568"/>
          <a:ext cx="1098000" cy="1098000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52C17A-8C16-45CD-8862-970F6B3A3EA7}">
      <dsp:nvSpPr>
        <dsp:cNvPr id="0" name=""/>
        <dsp:cNvSpPr/>
      </dsp:nvSpPr>
      <dsp:spPr>
        <a:xfrm>
          <a:off x="5263475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F9AF60-21ED-49FE-9F43-458197BC6D2F}">
      <dsp:nvSpPr>
        <dsp:cNvPr id="0" name=""/>
        <dsp:cNvSpPr/>
      </dsp:nvSpPr>
      <dsp:spPr>
        <a:xfrm>
          <a:off x="4678475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Criptografía simétrica</a:t>
          </a:r>
          <a:endParaRPr lang="en-US" sz="1900" kern="1200" dirty="0"/>
        </a:p>
      </dsp:txBody>
      <dsp:txXfrm>
        <a:off x="4678475" y="2243569"/>
        <a:ext cx="1800000" cy="720000"/>
      </dsp:txXfrm>
    </dsp:sp>
    <dsp:sp modelId="{FCEA6993-243C-44F4-A3F9-4501C0A02260}">
      <dsp:nvSpPr>
        <dsp:cNvPr id="0" name=""/>
        <dsp:cNvSpPr/>
      </dsp:nvSpPr>
      <dsp:spPr>
        <a:xfrm>
          <a:off x="7144475" y="803568"/>
          <a:ext cx="1098000" cy="1098000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4C2486C-0847-4640-9FDA-664B240A3245}">
      <dsp:nvSpPr>
        <dsp:cNvPr id="0" name=""/>
        <dsp:cNvSpPr/>
      </dsp:nvSpPr>
      <dsp:spPr>
        <a:xfrm>
          <a:off x="7378475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334DF1-2BE3-48FC-83FC-62F9B5AC7A41}">
      <dsp:nvSpPr>
        <dsp:cNvPr id="0" name=""/>
        <dsp:cNvSpPr/>
      </dsp:nvSpPr>
      <dsp:spPr>
        <a:xfrm>
          <a:off x="6793475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Criptografía asimétrica</a:t>
          </a:r>
          <a:endParaRPr lang="en-US" sz="1900" kern="1200" dirty="0"/>
        </a:p>
      </dsp:txBody>
      <dsp:txXfrm>
        <a:off x="6793475" y="2243569"/>
        <a:ext cx="1800000" cy="720000"/>
      </dsp:txXfrm>
    </dsp:sp>
    <dsp:sp modelId="{2CF8E5C3-B811-49DC-9062-10B1AEE31BFF}">
      <dsp:nvSpPr>
        <dsp:cNvPr id="0" name=""/>
        <dsp:cNvSpPr/>
      </dsp:nvSpPr>
      <dsp:spPr>
        <a:xfrm>
          <a:off x="9259475" y="803568"/>
          <a:ext cx="1098000" cy="1098000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1E1D24A-CC69-42D1-A36C-2D9439521B2F}">
      <dsp:nvSpPr>
        <dsp:cNvPr id="0" name=""/>
        <dsp:cNvSpPr/>
      </dsp:nvSpPr>
      <dsp:spPr>
        <a:xfrm>
          <a:off x="9493475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124192-6DA7-4C3F-A66E-D6375B54AB96}">
      <dsp:nvSpPr>
        <dsp:cNvPr id="0" name=""/>
        <dsp:cNvSpPr/>
      </dsp:nvSpPr>
      <dsp:spPr>
        <a:xfrm>
          <a:off x="8908475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Funciones hash</a:t>
          </a:r>
        </a:p>
      </dsp:txBody>
      <dsp:txXfrm>
        <a:off x="8908475" y="2243569"/>
        <a:ext cx="18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8B24A0-8585-4B6C-8CB4-DE6C09CB7557}">
      <dsp:nvSpPr>
        <dsp:cNvPr id="0" name=""/>
        <dsp:cNvSpPr/>
      </dsp:nvSpPr>
      <dsp:spPr>
        <a:xfrm>
          <a:off x="0" y="459"/>
          <a:ext cx="11155680" cy="107611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6BB03D-0314-4E66-8DFD-6175354527B3}">
      <dsp:nvSpPr>
        <dsp:cNvPr id="0" name=""/>
        <dsp:cNvSpPr/>
      </dsp:nvSpPr>
      <dsp:spPr>
        <a:xfrm>
          <a:off x="325525" y="242586"/>
          <a:ext cx="591864" cy="59186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A01918-BB0B-46A2-8119-8A98EE7CE572}">
      <dsp:nvSpPr>
        <dsp:cNvPr id="0" name=""/>
        <dsp:cNvSpPr/>
      </dsp:nvSpPr>
      <dsp:spPr>
        <a:xfrm>
          <a:off x="1242914" y="459"/>
          <a:ext cx="9912765" cy="10761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9" tIns="113889" rIns="113889" bIns="113889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 dirty="0"/>
            <a:t>Criptografía: se encargada de diseñar métodos de proteger información.</a:t>
          </a:r>
          <a:endParaRPr lang="en-US" sz="2500" kern="1200" dirty="0"/>
        </a:p>
      </dsp:txBody>
      <dsp:txXfrm>
        <a:off x="1242914" y="459"/>
        <a:ext cx="9912765" cy="1076116"/>
      </dsp:txXfrm>
    </dsp:sp>
    <dsp:sp modelId="{6A6CC891-D06F-4590-A4A6-99FEAA95F274}">
      <dsp:nvSpPr>
        <dsp:cNvPr id="0" name=""/>
        <dsp:cNvSpPr/>
      </dsp:nvSpPr>
      <dsp:spPr>
        <a:xfrm>
          <a:off x="0" y="1345605"/>
          <a:ext cx="11155680" cy="107611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0A11E2A-EA85-4EF4-B7A5-FF13665C72A1}">
      <dsp:nvSpPr>
        <dsp:cNvPr id="0" name=""/>
        <dsp:cNvSpPr/>
      </dsp:nvSpPr>
      <dsp:spPr>
        <a:xfrm>
          <a:off x="325525" y="1587731"/>
          <a:ext cx="591864" cy="59186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0506CA-A687-40BD-B2C1-C7C957EDB38E}">
      <dsp:nvSpPr>
        <dsp:cNvPr id="0" name=""/>
        <dsp:cNvSpPr/>
      </dsp:nvSpPr>
      <dsp:spPr>
        <a:xfrm>
          <a:off x="1242914" y="1345605"/>
          <a:ext cx="9912765" cy="10761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9" tIns="113889" rIns="113889" bIns="113889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 dirty="0"/>
            <a:t>Criptoanálisis: se encarga de romper los métodos criptográficos.</a:t>
          </a:r>
          <a:endParaRPr lang="en-US" sz="2500" kern="1200" dirty="0"/>
        </a:p>
      </dsp:txBody>
      <dsp:txXfrm>
        <a:off x="1242914" y="1345605"/>
        <a:ext cx="9912765" cy="1076116"/>
      </dsp:txXfrm>
    </dsp:sp>
    <dsp:sp modelId="{E4C30A4B-8722-4AAC-91B5-217193B4B05F}">
      <dsp:nvSpPr>
        <dsp:cNvPr id="0" name=""/>
        <dsp:cNvSpPr/>
      </dsp:nvSpPr>
      <dsp:spPr>
        <a:xfrm>
          <a:off x="0" y="2690751"/>
          <a:ext cx="11155680" cy="107611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22CA61-73E4-4050-9AAE-81C929CB1834}">
      <dsp:nvSpPr>
        <dsp:cNvPr id="0" name=""/>
        <dsp:cNvSpPr/>
      </dsp:nvSpPr>
      <dsp:spPr>
        <a:xfrm>
          <a:off x="325525" y="2932877"/>
          <a:ext cx="591864" cy="59186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F11BA-1796-4316-98C3-724AD5471026}">
      <dsp:nvSpPr>
        <dsp:cNvPr id="0" name=""/>
        <dsp:cNvSpPr/>
      </dsp:nvSpPr>
      <dsp:spPr>
        <a:xfrm>
          <a:off x="1242914" y="2690751"/>
          <a:ext cx="9912765" cy="10761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9" tIns="113889" rIns="113889" bIns="113889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 dirty="0"/>
            <a:t>Criptología: Es la combinación de la criptografía y el criptoanálisis.</a:t>
          </a:r>
          <a:endParaRPr lang="en-US" sz="2500" kern="1200" dirty="0"/>
        </a:p>
      </dsp:txBody>
      <dsp:txXfrm>
        <a:off x="1242914" y="2690751"/>
        <a:ext cx="9912765" cy="107611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DFBE03-686E-4E71-8C78-E387F16C2521}">
      <dsp:nvSpPr>
        <dsp:cNvPr id="0" name=""/>
        <dsp:cNvSpPr/>
      </dsp:nvSpPr>
      <dsp:spPr>
        <a:xfrm>
          <a:off x="987034" y="438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Intercambio previo.</a:t>
          </a:r>
        </a:p>
      </dsp:txBody>
      <dsp:txXfrm>
        <a:off x="987034" y="438"/>
        <a:ext cx="2596312" cy="1557787"/>
      </dsp:txXfrm>
    </dsp:sp>
    <dsp:sp modelId="{55093C89-651E-477B-A40E-24DFF244E5CE}">
      <dsp:nvSpPr>
        <dsp:cNvPr id="0" name=""/>
        <dsp:cNvSpPr/>
      </dsp:nvSpPr>
      <dsp:spPr>
        <a:xfrm>
          <a:off x="4157313" y="438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Clave secreta.</a:t>
          </a:r>
        </a:p>
      </dsp:txBody>
      <dsp:txXfrm>
        <a:off x="4157313" y="438"/>
        <a:ext cx="2596312" cy="1557787"/>
      </dsp:txXfrm>
    </dsp:sp>
    <dsp:sp modelId="{3194247F-7CC7-416F-A24E-75AFEE7C784E}">
      <dsp:nvSpPr>
        <dsp:cNvPr id="0" name=""/>
        <dsp:cNvSpPr/>
      </dsp:nvSpPr>
      <dsp:spPr>
        <a:xfrm>
          <a:off x="987034" y="1817857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Algoritmo común.</a:t>
          </a:r>
        </a:p>
      </dsp:txBody>
      <dsp:txXfrm>
        <a:off x="987034" y="1817857"/>
        <a:ext cx="2596312" cy="1557787"/>
      </dsp:txXfrm>
    </dsp:sp>
    <dsp:sp modelId="{D2058179-AF5F-4701-8FDF-155F3F835898}">
      <dsp:nvSpPr>
        <dsp:cNvPr id="0" name=""/>
        <dsp:cNvSpPr/>
      </dsp:nvSpPr>
      <dsp:spPr>
        <a:xfrm>
          <a:off x="4114578" y="1818293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Sin mecanismos de autenticidad o integridad.</a:t>
          </a:r>
        </a:p>
      </dsp:txBody>
      <dsp:txXfrm>
        <a:off x="4114578" y="1818293"/>
        <a:ext cx="2596312" cy="155778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2630489-97E5-4352-BEBB-720EE825AC5C}">
      <dsp:nvSpPr>
        <dsp:cNvPr id="0" name=""/>
        <dsp:cNvSpPr/>
      </dsp:nvSpPr>
      <dsp:spPr>
        <a:xfrm>
          <a:off x="2179" y="489495"/>
          <a:ext cx="4646913" cy="27881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2410" tIns="232410" rIns="232410" bIns="232410" numCol="1" spcCol="1270" anchor="ctr" anchorCtr="0">
          <a:noAutofit/>
        </a:bodyPr>
        <a:lstStyle/>
        <a:p>
          <a:pPr marL="0" lvl="0" indent="0" algn="ctr" defTabSz="2711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6100" kern="1200" dirty="0"/>
            <a:t>Criptografía clásica</a:t>
          </a:r>
        </a:p>
      </dsp:txBody>
      <dsp:txXfrm>
        <a:off x="83841" y="571157"/>
        <a:ext cx="4483589" cy="2624823"/>
      </dsp:txXfrm>
    </dsp:sp>
    <dsp:sp modelId="{D827F30C-80BD-47A5-8441-C6E99E7C08CF}">
      <dsp:nvSpPr>
        <dsp:cNvPr id="0" name=""/>
        <dsp:cNvSpPr/>
      </dsp:nvSpPr>
      <dsp:spPr>
        <a:xfrm>
          <a:off x="5113783" y="1307351"/>
          <a:ext cx="985145" cy="1152434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S" sz="4900" kern="1200"/>
        </a:p>
      </dsp:txBody>
      <dsp:txXfrm>
        <a:off x="5113783" y="1537838"/>
        <a:ext cx="689602" cy="691460"/>
      </dsp:txXfrm>
    </dsp:sp>
    <dsp:sp modelId="{7DB94089-4E1C-46C1-9046-B41A7932C7DE}">
      <dsp:nvSpPr>
        <dsp:cNvPr id="0" name=""/>
        <dsp:cNvSpPr/>
      </dsp:nvSpPr>
      <dsp:spPr>
        <a:xfrm>
          <a:off x="6507857" y="489495"/>
          <a:ext cx="4646913" cy="27881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2410" tIns="232410" rIns="232410" bIns="232410" numCol="1" spcCol="1270" anchor="ctr" anchorCtr="0">
          <a:noAutofit/>
        </a:bodyPr>
        <a:lstStyle/>
        <a:p>
          <a:pPr marL="0" lvl="0" indent="0" algn="ctr" defTabSz="2711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6100" kern="1200" dirty="0"/>
            <a:t>Criptografía moderna</a:t>
          </a:r>
        </a:p>
      </dsp:txBody>
      <dsp:txXfrm>
        <a:off x="6589519" y="571157"/>
        <a:ext cx="4483589" cy="262482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9224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6333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1426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35336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996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903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9895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4473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5611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2595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2370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10/9/2025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889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ombrefrustrado" TargetMode="External"/><Relationship Id="rId2" Type="http://schemas.openxmlformats.org/officeDocument/2006/relationships/hyperlink" Target="https://www.linkedin.com/in/francisco-navarta-carvajal-2b565b334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es.wikipedia.org/wiki/Cifrado_por_sustituci%C3%B3n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ongee.com/tutoriales/cuales-son-las-dos-funciones-de-hash-comunes/" TargetMode="External"/><Relationship Id="rId2" Type="http://schemas.openxmlformats.org/officeDocument/2006/relationships/hyperlink" Target="https://es.wikipedia.org/wiki/Frecuencia_de_aparici%C3%B3n_de_letras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16" name="Picture 3">
            <a:extLst>
              <a:ext uri="{FF2B5EF4-FFF2-40B4-BE49-F238E27FC236}">
                <a16:creationId xmlns:a16="http://schemas.microsoft.com/office/drawing/2014/main" id="{AE6E2F58-9B05-4A07-AD3D-B73C5196ED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253" r="9091" b="3838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912025B4-7337-735E-4DC9-E634D20119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73183" y="173181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20000"/>
                </a:schemeClr>
              </a:gs>
              <a:gs pos="26000">
                <a:schemeClr val="bg1">
                  <a:alpha val="7000"/>
                </a:schemeClr>
              </a:gs>
              <a:gs pos="100000">
                <a:schemeClr val="bg1">
                  <a:alpha val="3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237CF48-E7F1-064A-ED6A-112798CDAA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910" y="978408"/>
            <a:ext cx="4795819" cy="3969960"/>
          </a:xfrm>
        </p:spPr>
        <p:txBody>
          <a:bodyPr anchor="t">
            <a:normAutofit/>
          </a:bodyPr>
          <a:lstStyle/>
          <a:p>
            <a:r>
              <a:rPr lang="es-ES" sz="6600"/>
              <a:t>Criptografía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50CDACD-D191-E642-F686-FCB54B7E5F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508090"/>
            <a:ext cx="4695702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8463B2B7-139A-C739-4AE1-3F9574A5B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0" y="5592327"/>
            <a:ext cx="2532890" cy="884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3129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68F419-A572-652E-2944-D68AFD71C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WHOAMI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99F65EF-1F63-4AE0-FFA7-746D7FDDA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Francisco Navarta Carvajal</a:t>
            </a:r>
          </a:p>
          <a:p>
            <a:r>
              <a:rPr lang="es-ES" dirty="0"/>
              <a:t>Ingeniero informático por la UMA (en proceso)</a:t>
            </a:r>
          </a:p>
          <a:p>
            <a:r>
              <a:rPr lang="es-ES" dirty="0">
                <a:hlinkClick r:id="rId2"/>
              </a:rPr>
              <a:t>https://www.linkedin.com/in/francisco-navarta-carvajal-2b565b334/</a:t>
            </a:r>
            <a:endParaRPr lang="es-ES" dirty="0"/>
          </a:p>
          <a:p>
            <a:r>
              <a:rPr lang="es-ES" dirty="0">
                <a:hlinkClick r:id="rId3"/>
              </a:rPr>
              <a:t>https://github.com/hombrefrustrado</a:t>
            </a:r>
            <a:r>
              <a:rPr lang="es-ES" dirty="0"/>
              <a:t> </a:t>
            </a:r>
          </a:p>
          <a:p>
            <a:r>
              <a:rPr lang="es-ES" dirty="0"/>
              <a:t>francisconavarta6@uma.es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122580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4213918-F1EB-4BCE-BE23-F5E9851E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9B4FAB5-C61D-3BC4-939D-5C4043470E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>
            <a:normAutofit/>
          </a:bodyPr>
          <a:lstStyle/>
          <a:p>
            <a:r>
              <a:rPr lang="es-ES" dirty="0"/>
              <a:t>Índice de contenidos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62E862-C7F7-4CA1-B929-D0B75F5E9F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75EAE283-A10C-2AA6-E565-E7DBAD51A6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73741086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040298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E10BDB4-64F2-477D-A03B-9F8352D5E0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C12CEFB-1902-81FF-9046-38AA1D375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300216" cy="1325880"/>
          </a:xfrm>
        </p:spPr>
        <p:txBody>
          <a:bodyPr>
            <a:normAutofit fontScale="90000"/>
          </a:bodyPr>
          <a:lstStyle/>
          <a:p>
            <a:r>
              <a:rPr lang="es-ES" dirty="0"/>
              <a:t>1. ¿Qué es la criptografía?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7F59F2-5FBC-40CD-AD35-376AECE49E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508090"/>
            <a:ext cx="6281928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271C494-8107-3D61-D611-4FBC7C22A2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13612" y="611650"/>
            <a:ext cx="416052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7" name="Graphic 6" descr="Huella digital">
            <a:extLst>
              <a:ext uri="{FF2B5EF4-FFF2-40B4-BE49-F238E27FC236}">
                <a16:creationId xmlns:a16="http://schemas.microsoft.com/office/drawing/2014/main" id="{96EBC651-2BEB-5D3C-C955-D2A5EB06BA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7867" y="2429691"/>
            <a:ext cx="3916313" cy="3916313"/>
          </a:xfrm>
          <a:prstGeom prst="rect">
            <a:avLst/>
          </a:prstGeom>
        </p:spPr>
      </p:pic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69903E9-DA04-E704-355B-35DC5C0C95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07224" y="1567602"/>
            <a:ext cx="4160520" cy="47783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dirty="0"/>
              <a:t>La </a:t>
            </a:r>
            <a:r>
              <a:rPr lang="es-ES" b="1" dirty="0"/>
              <a:t>criptografía</a:t>
            </a:r>
            <a:r>
              <a:rPr lang="es-ES" dirty="0"/>
              <a:t> es la ciencia y el arte de proteger la información mediante técnicas que hacen que solo las personas autorizadas puedan entenderla. En otras palabras, se trata de </a:t>
            </a:r>
            <a:r>
              <a:rPr lang="es-ES" b="1" dirty="0"/>
              <a:t>transformar datos legibles en algo ilegible para quienes no tienen permiso</a:t>
            </a:r>
            <a:r>
              <a:rPr lang="es-ES" dirty="0"/>
              <a:t> y luego poder recuperarlos de manera segura.</a:t>
            </a:r>
          </a:p>
          <a:p>
            <a:endParaRPr lang="es-E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DC96DE16-72E3-9618-7178-D2CDFBAFA869}"/>
              </a:ext>
            </a:extLst>
          </p:cNvPr>
          <p:cNvSpPr txBox="1"/>
          <p:nvPr/>
        </p:nvSpPr>
        <p:spPr>
          <a:xfrm>
            <a:off x="7513612" y="1055542"/>
            <a:ext cx="25240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La definición clásica</a:t>
            </a:r>
          </a:p>
        </p:txBody>
      </p:sp>
    </p:spTree>
    <p:extLst>
      <p:ext uri="{BB962C8B-B14F-4D97-AF65-F5344CB8AC3E}">
        <p14:creationId xmlns:p14="http://schemas.microsoft.com/office/powerpoint/2010/main" val="441412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7242B3-9039-716C-AC0C-8CD24E58A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Vista desde la criptografía clásica</a:t>
            </a:r>
          </a:p>
        </p:txBody>
      </p:sp>
      <p:pic>
        <p:nvPicPr>
          <p:cNvPr id="9" name="Marcador de contenido 8" descr="Diagrama&#10;&#10;El contenido generado por IA puede ser incorrecto.">
            <a:extLst>
              <a:ext uri="{FF2B5EF4-FFF2-40B4-BE49-F238E27FC236}">
                <a16:creationId xmlns:a16="http://schemas.microsoft.com/office/drawing/2014/main" id="{45A6E2E9-7BC2-C4B8-0ED2-E9B3D99EA9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7925" y="2770981"/>
            <a:ext cx="4762500" cy="3381375"/>
          </a:xfrm>
        </p:spPr>
      </p:pic>
    </p:spTree>
    <p:extLst>
      <p:ext uri="{BB962C8B-B14F-4D97-AF65-F5344CB8AC3E}">
        <p14:creationId xmlns:p14="http://schemas.microsoft.com/office/powerpoint/2010/main" val="1884988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BC94ED-4F64-19EB-229E-5C95D1398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Una mirada más actual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4DCE738-93E3-CBE2-CB29-2CD8D88F26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dirty="0"/>
              <a:t>La criptografía ha evolucionado con la aparición de las TIC por lo que ya no solamente se centra en la confidencialidad de la información, si no que ha girado a intentar garantizar la seguridad completa de los datos.</a:t>
            </a:r>
          </a:p>
          <a:p>
            <a:pPr marL="0" indent="0">
              <a:buNone/>
            </a:pPr>
            <a:r>
              <a:rPr lang="es-ES" dirty="0"/>
              <a:t>La seguridad de los datos consiste en 5 claves.</a:t>
            </a:r>
          </a:p>
        </p:txBody>
      </p:sp>
      <p:pic>
        <p:nvPicPr>
          <p:cNvPr id="5" name="Imagen 4" descr="Forma&#10;&#10;El contenido generado por IA puede ser incorrecto.">
            <a:extLst>
              <a:ext uri="{FF2B5EF4-FFF2-40B4-BE49-F238E27FC236}">
                <a16:creationId xmlns:a16="http://schemas.microsoft.com/office/drawing/2014/main" id="{5193CC84-5CC7-DE00-5D94-DB2127206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4477" y="512064"/>
            <a:ext cx="2086315" cy="2086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6249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7C6B22-4A38-E530-0457-C3E01D48B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Seguridad de los datos, las 5 claves.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09D7C76-496F-2FF5-3719-15E643AB6B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s-ES" dirty="0"/>
              <a:t>Confidencialidad: Mantener la información solo accesible a quienes tienen permiso.</a:t>
            </a:r>
          </a:p>
          <a:p>
            <a:endParaRPr lang="es-ES" dirty="0"/>
          </a:p>
          <a:p>
            <a:r>
              <a:rPr lang="es-ES" dirty="0"/>
              <a:t>Integridad: Garantizar que la información no se altere sin detección.</a:t>
            </a:r>
          </a:p>
          <a:p>
            <a:endParaRPr lang="es-ES" dirty="0"/>
          </a:p>
          <a:p>
            <a:r>
              <a:rPr lang="es-ES" dirty="0"/>
              <a:t>Autenticación: Verificar que quien envía o recibe la información es quien dice ser.</a:t>
            </a:r>
          </a:p>
          <a:p>
            <a:endParaRPr lang="es-ES" dirty="0"/>
          </a:p>
          <a:p>
            <a:r>
              <a:rPr lang="es-ES" dirty="0"/>
              <a:t>Autorización (control de acceso): Determinar </a:t>
            </a:r>
            <a:r>
              <a:rPr lang="es-ES" b="1" dirty="0"/>
              <a:t>qué acciones puede realizar un usuario</a:t>
            </a:r>
            <a:r>
              <a:rPr lang="es-ES" dirty="0"/>
              <a:t> o sistema.</a:t>
            </a:r>
          </a:p>
          <a:p>
            <a:endParaRPr lang="es-ES" dirty="0"/>
          </a:p>
          <a:p>
            <a:r>
              <a:rPr lang="es-ES" dirty="0"/>
              <a:t>No repudio: Evitar que alguien niegue haber realizado una acción.</a:t>
            </a:r>
          </a:p>
        </p:txBody>
      </p:sp>
    </p:spTree>
    <p:extLst>
      <p:ext uri="{BB962C8B-B14F-4D97-AF65-F5344CB8AC3E}">
        <p14:creationId xmlns:p14="http://schemas.microsoft.com/office/powerpoint/2010/main" val="27075884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C13C6-E0D5-3C00-74E2-8BEA68438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87DE4E-6FED-386B-1877-19951DA10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Vista desde la criptografía moderna</a:t>
            </a:r>
          </a:p>
        </p:txBody>
      </p:sp>
      <p:pic>
        <p:nvPicPr>
          <p:cNvPr id="9" name="Marcador de contenido 8" descr="Diagrama&#10;&#10;El contenido generado por IA puede ser incorrecto.">
            <a:extLst>
              <a:ext uri="{FF2B5EF4-FFF2-40B4-BE49-F238E27FC236}">
                <a16:creationId xmlns:a16="http://schemas.microsoft.com/office/drawing/2014/main" id="{BF82D364-1881-C0C6-D0FB-2F0F189F4B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7925" y="2770981"/>
            <a:ext cx="4762500" cy="3381375"/>
          </a:xfrm>
        </p:spPr>
      </p:pic>
    </p:spTree>
    <p:extLst>
      <p:ext uri="{BB962C8B-B14F-4D97-AF65-F5344CB8AC3E}">
        <p14:creationId xmlns:p14="http://schemas.microsoft.com/office/powerpoint/2010/main" val="1516836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0F9467-4704-C7FB-AF91-8D7666CD1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División de disciplinas</a:t>
            </a:r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5E95765F-3DF5-04D6-43B2-F229FED61F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5773381"/>
              </p:ext>
            </p:extLst>
          </p:nvPr>
        </p:nvGraphicFramePr>
        <p:xfrm>
          <a:off x="521208" y="2578608"/>
          <a:ext cx="11155680" cy="37673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57530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D1BDCCC-E676-2A7E-BE11-2B8C23DB2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0267BCC-4873-4124-2574-57A89463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15568"/>
          </a:xfrm>
        </p:spPr>
        <p:txBody>
          <a:bodyPr>
            <a:normAutofit/>
          </a:bodyPr>
          <a:lstStyle/>
          <a:p>
            <a:r>
              <a:rPr lang="es-ES" dirty="0"/>
              <a:t>2. Criptografía clásica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81C97B1-8A09-6383-8C65-A3B7357781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6E72C72-AC94-7502-D4CD-2E16C624D8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84" r="-1" b="5490"/>
          <a:stretch>
            <a:fillRect/>
          </a:stretch>
        </p:blipFill>
        <p:spPr>
          <a:xfrm>
            <a:off x="517866" y="2299390"/>
            <a:ext cx="5578133" cy="4048568"/>
          </a:xfrm>
          <a:prstGeom prst="rect">
            <a:avLst/>
          </a:prstGeom>
        </p:spPr>
      </p:pic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9457647-A2C6-C827-AC6C-AAC0A756A9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0528" y="2304288"/>
            <a:ext cx="5157216" cy="40507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dirty="0"/>
              <a:t>La podemos entender como aquella previa a la invención de las TIC.</a:t>
            </a:r>
          </a:p>
          <a:p>
            <a:pPr marL="0" indent="0">
              <a:buNone/>
            </a:pPr>
            <a:r>
              <a:rPr lang="es-ES" dirty="0"/>
              <a:t>Su aplicación era militar.</a:t>
            </a:r>
          </a:p>
          <a:p>
            <a:pPr marL="0" indent="0">
              <a:buNone/>
            </a:pPr>
            <a:r>
              <a:rPr lang="es-ES" dirty="0"/>
              <a:t>Basada en sustitución y trasposición.</a:t>
            </a:r>
          </a:p>
        </p:txBody>
      </p:sp>
    </p:spTree>
    <p:extLst>
      <p:ext uri="{BB962C8B-B14F-4D97-AF65-F5344CB8AC3E}">
        <p14:creationId xmlns:p14="http://schemas.microsoft.com/office/powerpoint/2010/main" val="28075458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13DE5A-5B0F-EA5F-DB85-9D3210377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/>
              <a:t>Mayoritariamente están basadas en</a:t>
            </a:r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6A104A30-DDE9-F8A3-EF27-CF044335D9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10320664"/>
              </p:ext>
            </p:extLst>
          </p:nvPr>
        </p:nvGraphicFramePr>
        <p:xfrm>
          <a:off x="2104427" y="2578608"/>
          <a:ext cx="7426325" cy="33760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27369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DD1E88-6575-7036-6FCA-56DFE9894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Máquina enigma.</a:t>
            </a:r>
          </a:p>
        </p:txBody>
      </p:sp>
      <p:graphicFrame>
        <p:nvGraphicFramePr>
          <p:cNvPr id="4" name="Marcador de contenido 3">
            <a:extLst>
              <a:ext uri="{FF2B5EF4-FFF2-40B4-BE49-F238E27FC236}">
                <a16:creationId xmlns:a16="http://schemas.microsoft.com/office/drawing/2014/main" id="{D9D00EB7-A85B-9D6A-3780-B5BCE505AA3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28316605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CuadroTexto 4">
            <a:extLst>
              <a:ext uri="{FF2B5EF4-FFF2-40B4-BE49-F238E27FC236}">
                <a16:creationId xmlns:a16="http://schemas.microsoft.com/office/drawing/2014/main" id="{4C07B7F7-ABE3-1229-C871-37C63AE3178F}"/>
              </a:ext>
            </a:extLst>
          </p:cNvPr>
          <p:cNvSpPr txBox="1"/>
          <p:nvPr/>
        </p:nvSpPr>
        <p:spPr>
          <a:xfrm>
            <a:off x="514350" y="2343150"/>
            <a:ext cx="111625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Lo que marco el paso de la criptografía clásica a la moderna fue la invención de la máquina enigma y los primeros sistemas TIC.</a:t>
            </a:r>
          </a:p>
        </p:txBody>
      </p:sp>
    </p:spTree>
    <p:extLst>
      <p:ext uri="{BB962C8B-B14F-4D97-AF65-F5344CB8AC3E}">
        <p14:creationId xmlns:p14="http://schemas.microsoft.com/office/powerpoint/2010/main" val="30938830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887D30-B0FA-2063-CDF3-5DC60B696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Cifrado por sustitución y transposición.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835213B-AE7A-970F-4788-177DEBF888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Cifrado por sustitución: cada carácter del texto en claro se sustituye por otro carácter en el texto cifrado.</a:t>
            </a:r>
          </a:p>
          <a:p>
            <a:pPr lvl="1"/>
            <a:r>
              <a:rPr lang="es-ES" dirty="0"/>
              <a:t>A-&gt;B</a:t>
            </a:r>
          </a:p>
          <a:p>
            <a:pPr lvl="1"/>
            <a:r>
              <a:rPr lang="es-ES" dirty="0"/>
              <a:t>B-&gt;C …</a:t>
            </a:r>
          </a:p>
          <a:p>
            <a:pPr marL="0" indent="0">
              <a:buNone/>
            </a:pPr>
            <a:r>
              <a:rPr lang="es-ES" dirty="0"/>
              <a:t>Hay una familia grande de diferentes tipos de cifrados por sustitución. </a:t>
            </a:r>
            <a:r>
              <a:rPr lang="es-ES" dirty="0">
                <a:hlinkClick r:id="rId2"/>
              </a:rPr>
              <a:t>https://es.wikipedia.org/wiki/Cifrado_por_sustituci%C3%B3n</a:t>
            </a:r>
            <a:r>
              <a:rPr lang="es-ES" dirty="0"/>
              <a:t> </a:t>
            </a:r>
          </a:p>
          <a:p>
            <a:r>
              <a:rPr lang="es-ES" dirty="0"/>
              <a:t>Cifrado por transposición: realizar una permutación con respecto a las posiciones que ocupan los símbolos en el mensaje en claro</a:t>
            </a:r>
          </a:p>
          <a:p>
            <a:pPr lvl="1"/>
            <a:r>
              <a:rPr lang="es-ES" dirty="0"/>
              <a:t>HOLA -&gt; ALOH</a:t>
            </a:r>
          </a:p>
        </p:txBody>
      </p:sp>
    </p:spTree>
    <p:extLst>
      <p:ext uri="{BB962C8B-B14F-4D97-AF65-F5344CB8AC3E}">
        <p14:creationId xmlns:p14="http://schemas.microsoft.com/office/powerpoint/2010/main" val="14197901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6209925"/>
            <a:ext cx="11155680" cy="45719"/>
          </a:xfrm>
          <a:custGeom>
            <a:avLst/>
            <a:gdLst/>
            <a:ahLst/>
            <a:cxnLst/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FAF3766F-DEF3-4802-BB0D-7A18EDD97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DFF2318-570B-FA9E-7A63-3013679D9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68" y="841283"/>
            <a:ext cx="3465681" cy="29164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>
                <a:solidFill>
                  <a:schemeClr val="tx2"/>
                </a:solidFill>
              </a:rPr>
              <a:t>Cifrados por sustitución</a:t>
            </a:r>
          </a:p>
        </p:txBody>
      </p:sp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86B6FA99-1BC0-8DDE-E17B-2C1741D753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2996" y="1085390"/>
            <a:ext cx="7311136" cy="4586076"/>
          </a:xfrm>
          <a:prstGeom prst="rect">
            <a:avLst/>
          </a:prstGeom>
        </p:spPr>
      </p:pic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1F0C179-4DBF-6AB9-CD0B-9224A0C885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6300216"/>
            <a:ext cx="11165482" cy="45719"/>
          </a:xfrm>
          <a:custGeom>
            <a:avLst/>
            <a:gdLst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5021183 w 11165482"/>
              <a:gd name="connsiteY2" fmla="*/ 0 h 45719"/>
              <a:gd name="connsiteX3" fmla="*/ 6144299 w 11165482"/>
              <a:gd name="connsiteY3" fmla="*/ 0 h 45719"/>
              <a:gd name="connsiteX4" fmla="*/ 8715708 w 11165482"/>
              <a:gd name="connsiteY4" fmla="*/ 0 h 45719"/>
              <a:gd name="connsiteX5" fmla="*/ 11165482 w 11165482"/>
              <a:gd name="connsiteY5" fmla="*/ 0 h 45719"/>
              <a:gd name="connsiteX6" fmla="*/ 11165482 w 11165482"/>
              <a:gd name="connsiteY6" fmla="*/ 45719 h 45719"/>
              <a:gd name="connsiteX7" fmla="*/ 8715708 w 11165482"/>
              <a:gd name="connsiteY7" fmla="*/ 45719 h 45719"/>
              <a:gd name="connsiteX8" fmla="*/ 6144299 w 11165482"/>
              <a:gd name="connsiteY8" fmla="*/ 45719 h 45719"/>
              <a:gd name="connsiteX9" fmla="*/ 5021183 w 11165482"/>
              <a:gd name="connsiteY9" fmla="*/ 45719 h 45719"/>
              <a:gd name="connsiteX10" fmla="*/ 3694525 w 11165482"/>
              <a:gd name="connsiteY10" fmla="*/ 45719 h 45719"/>
              <a:gd name="connsiteX11" fmla="*/ 0 w 11165482"/>
              <a:gd name="connsiteY11" fmla="*/ 45719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3694525 w 11165482"/>
              <a:gd name="connsiteY9" fmla="*/ 45719 h 45719"/>
              <a:gd name="connsiteX10" fmla="*/ 0 w 11165482"/>
              <a:gd name="connsiteY10" fmla="*/ 45719 h 45719"/>
              <a:gd name="connsiteX11" fmla="*/ 0 w 11165482"/>
              <a:gd name="connsiteY11" fmla="*/ 0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0 w 11165482"/>
              <a:gd name="connsiteY9" fmla="*/ 45719 h 45719"/>
              <a:gd name="connsiteX10" fmla="*/ 0 w 11165482"/>
              <a:gd name="connsiteY10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6144299 w 11165482"/>
              <a:gd name="connsiteY6" fmla="*/ 45719 h 45719"/>
              <a:gd name="connsiteX7" fmla="*/ 5021183 w 11165482"/>
              <a:gd name="connsiteY7" fmla="*/ 45719 h 45719"/>
              <a:gd name="connsiteX8" fmla="*/ 0 w 11165482"/>
              <a:gd name="connsiteY8" fmla="*/ 45719 h 45719"/>
              <a:gd name="connsiteX9" fmla="*/ 0 w 11165482"/>
              <a:gd name="connsiteY9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5021183 w 11165482"/>
              <a:gd name="connsiteY6" fmla="*/ 45719 h 45719"/>
              <a:gd name="connsiteX7" fmla="*/ 0 w 11165482"/>
              <a:gd name="connsiteY7" fmla="*/ 45719 h 45719"/>
              <a:gd name="connsiteX8" fmla="*/ 0 w 11165482"/>
              <a:gd name="connsiteY8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5021183 w 11165482"/>
              <a:gd name="connsiteY5" fmla="*/ 45719 h 45719"/>
              <a:gd name="connsiteX6" fmla="*/ 0 w 11165482"/>
              <a:gd name="connsiteY6" fmla="*/ 45719 h 45719"/>
              <a:gd name="connsiteX7" fmla="*/ 0 w 11165482"/>
              <a:gd name="connsiteY7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0 w 11165482"/>
              <a:gd name="connsiteY5" fmla="*/ 45719 h 45719"/>
              <a:gd name="connsiteX6" fmla="*/ 0 w 11165482"/>
              <a:gd name="connsiteY6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0 w 11165482"/>
              <a:gd name="connsiteY4" fmla="*/ 45719 h 45719"/>
              <a:gd name="connsiteX5" fmla="*/ 0 w 11165482"/>
              <a:gd name="connsiteY5" fmla="*/ 0 h 45719"/>
              <a:gd name="connsiteX0" fmla="*/ 0 w 11165482"/>
              <a:gd name="connsiteY0" fmla="*/ 0 h 45719"/>
              <a:gd name="connsiteX1" fmla="*/ 11165482 w 11165482"/>
              <a:gd name="connsiteY1" fmla="*/ 0 h 45719"/>
              <a:gd name="connsiteX2" fmla="*/ 11165482 w 11165482"/>
              <a:gd name="connsiteY2" fmla="*/ 45719 h 45719"/>
              <a:gd name="connsiteX3" fmla="*/ 0 w 11165482"/>
              <a:gd name="connsiteY3" fmla="*/ 45719 h 45719"/>
              <a:gd name="connsiteX4" fmla="*/ 0 w 11165482"/>
              <a:gd name="connsiteY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165482" h="45719">
                <a:moveTo>
                  <a:pt x="0" y="0"/>
                </a:moveTo>
                <a:lnTo>
                  <a:pt x="11165482" y="0"/>
                </a:lnTo>
                <a:lnTo>
                  <a:pt x="11165482" y="45719"/>
                </a:lnTo>
                <a:lnTo>
                  <a:pt x="0" y="45719"/>
                </a:ln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6976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55E561-9052-8236-B188-00F3F5592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Cifrado Cesar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0659305-CFD2-98EC-7A56-3E32245623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017" y="5239423"/>
            <a:ext cx="11155680" cy="950978"/>
          </a:xfrm>
        </p:spPr>
        <p:txBody>
          <a:bodyPr>
            <a:noAutofit/>
          </a:bodyPr>
          <a:lstStyle/>
          <a:p>
            <a:r>
              <a:rPr lang="es-ES" sz="2000" dirty="0"/>
              <a:t>Método generalizado:</a:t>
            </a:r>
          </a:p>
          <a:p>
            <a:pPr marL="0" indent="0">
              <a:buNone/>
            </a:pPr>
            <a:r>
              <a:rPr lang="es-ES" sz="2000" dirty="0"/>
              <a:t>           C: M -&gt; M + i (mod 27) tal que 1 ≤ i ≤ 27</a:t>
            </a:r>
          </a:p>
        </p:txBody>
      </p:sp>
      <p:pic>
        <p:nvPicPr>
          <p:cNvPr id="7" name="Imagen 6" descr="Diagrama&#10;&#10;El contenido generado por IA puede ser incorrecto.">
            <a:extLst>
              <a:ext uri="{FF2B5EF4-FFF2-40B4-BE49-F238E27FC236}">
                <a16:creationId xmlns:a16="http://schemas.microsoft.com/office/drawing/2014/main" id="{F779371B-6B7E-48EE-B32E-33C65E9F16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208" y="2849512"/>
            <a:ext cx="5090573" cy="2146525"/>
          </a:xfrm>
          <a:prstGeom prst="rect">
            <a:avLst/>
          </a:prstGeom>
        </p:spPr>
      </p:pic>
      <p:pic>
        <p:nvPicPr>
          <p:cNvPr id="11" name="Imagen 10" descr="Imagen que contiene hombre, persona, viendo, vistiendo&#10;&#10;El contenido generado por IA puede ser incorrecto.">
            <a:extLst>
              <a:ext uri="{FF2B5EF4-FFF2-40B4-BE49-F238E27FC236}">
                <a16:creationId xmlns:a16="http://schemas.microsoft.com/office/drawing/2014/main" id="{42A9CADE-29F9-BEE3-CDB5-67D48773AA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922" y="1263180"/>
            <a:ext cx="2389870" cy="4331639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B294BAEA-491A-16A7-A56C-1FC280DDEEC2}"/>
              </a:ext>
            </a:extLst>
          </p:cNvPr>
          <p:cNvSpPr txBox="1"/>
          <p:nvPr/>
        </p:nvSpPr>
        <p:spPr>
          <a:xfrm>
            <a:off x="428017" y="2083088"/>
            <a:ext cx="88468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Cada carácter del texto original se remplaza por aquel x posiciones a la derecha del abecedario modulo 27 </a:t>
            </a:r>
          </a:p>
        </p:txBody>
      </p:sp>
    </p:spTree>
    <p:extLst>
      <p:ext uri="{BB962C8B-B14F-4D97-AF65-F5344CB8AC3E}">
        <p14:creationId xmlns:p14="http://schemas.microsoft.com/office/powerpoint/2010/main" val="25843917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0352D9-EA37-2E97-ADB5-0BF3F3FB4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6BA6F5E-B00B-21B9-28B6-BEE63587A4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678596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DAB66D-4884-6B3C-E743-D9B133810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486572" cy="1463040"/>
          </a:xfrm>
        </p:spPr>
        <p:txBody>
          <a:bodyPr>
            <a:normAutofit/>
          </a:bodyPr>
          <a:lstStyle/>
          <a:p>
            <a:r>
              <a:rPr lang="es-ES" sz="4000" dirty="0"/>
              <a:t>Problemas de los cifrados de sustitución simple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8A6702C-DD1A-265D-5A89-D9B950AE3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2441448"/>
            <a:ext cx="11155680" cy="3767328"/>
          </a:xfrm>
        </p:spPr>
        <p:txBody>
          <a:bodyPr/>
          <a:lstStyle/>
          <a:p>
            <a:r>
              <a:rPr lang="es-ES" dirty="0"/>
              <a:t>Son débiles ante el análisis de la frecuencia de uso de caracteres.</a:t>
            </a:r>
          </a:p>
          <a:p>
            <a:r>
              <a:rPr lang="es-ES" dirty="0"/>
              <a:t>Si se conoce el algoritmo queda al descubierto el mensaje.</a:t>
            </a:r>
          </a:p>
          <a:p>
            <a:r>
              <a:rPr lang="es-ES" dirty="0"/>
              <a:t>Son muy fáciles de romper.</a:t>
            </a:r>
          </a:p>
        </p:txBody>
      </p:sp>
    </p:spTree>
    <p:extLst>
      <p:ext uri="{BB962C8B-B14F-4D97-AF65-F5344CB8AC3E}">
        <p14:creationId xmlns:p14="http://schemas.microsoft.com/office/powerpoint/2010/main" val="14658768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35F2AB-04F3-7608-A351-D1C04EEA9E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747296"/>
            <a:ext cx="11155680" cy="1463040"/>
          </a:xfrm>
        </p:spPr>
        <p:txBody>
          <a:bodyPr/>
          <a:lstStyle/>
          <a:p>
            <a:r>
              <a:rPr lang="es-ES" dirty="0"/>
              <a:t>Frecuencia de aparición de las letras en español</a:t>
            </a:r>
          </a:p>
        </p:txBody>
      </p:sp>
      <p:pic>
        <p:nvPicPr>
          <p:cNvPr id="5" name="Imagen 4" descr="Gráfico, Histograma&#10;&#10;El contenido generado por IA puede ser incorrecto.">
            <a:extLst>
              <a:ext uri="{FF2B5EF4-FFF2-40B4-BE49-F238E27FC236}">
                <a16:creationId xmlns:a16="http://schemas.microsoft.com/office/drawing/2014/main" id="{1311235E-8674-DF20-E7E8-E4A45A44BE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9191" y="2037302"/>
            <a:ext cx="6293618" cy="4720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00651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AD1BDCCC-E676-2A7E-BE11-2B8C23DB2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620C974-FDFF-C539-0249-9F9DCED51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15568"/>
          </a:xfrm>
        </p:spPr>
        <p:txBody>
          <a:bodyPr>
            <a:normAutofit/>
          </a:bodyPr>
          <a:lstStyle/>
          <a:p>
            <a:r>
              <a:rPr lang="es-ES" dirty="0"/>
              <a:t>cifrado por sustitución homofónico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81C97B1-8A09-6383-8C65-A3B7357781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7" name="Imagen 6" descr="Tabla&#10;&#10;El contenido generado por IA puede ser incorrecto.">
            <a:extLst>
              <a:ext uri="{FF2B5EF4-FFF2-40B4-BE49-F238E27FC236}">
                <a16:creationId xmlns:a16="http://schemas.microsoft.com/office/drawing/2014/main" id="{7495EEE6-6B9C-60EB-ADDD-E7B89474BB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868" y="2686078"/>
            <a:ext cx="5639091" cy="3299468"/>
          </a:xfrm>
          <a:prstGeom prst="rect">
            <a:avLst/>
          </a:prstGeom>
        </p:spPr>
      </p:pic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17F2736-C14A-D2E3-24EE-436E059B01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47104" y="2304288"/>
            <a:ext cx="5129784" cy="4050792"/>
          </a:xfrm>
        </p:spPr>
        <p:txBody>
          <a:bodyPr>
            <a:normAutofit lnSpcReduction="10000"/>
          </a:bodyPr>
          <a:lstStyle/>
          <a:p>
            <a:r>
              <a:rPr lang="es-ES" dirty="0"/>
              <a:t>Es una versión mejorada del cifrado por sustitución simple.</a:t>
            </a:r>
          </a:p>
          <a:p>
            <a:r>
              <a:rPr lang="es-ES" dirty="0"/>
              <a:t>Se remplaza cada carácter del texto original con varios símbolos en lugar de uno solo.</a:t>
            </a:r>
          </a:p>
          <a:p>
            <a:r>
              <a:rPr lang="es-ES" dirty="0"/>
              <a:t>Se basa en la idea de asignar a un símbolo del alfabeto fuente varios del alfabeto cifrado, solventando el problema de la frecuencia de letras.</a:t>
            </a:r>
          </a:p>
          <a:p>
            <a:r>
              <a:rPr lang="es-ES" dirty="0"/>
              <a:t>Suaviza la frecuencia de aparición de los caracteres para dificultar predecir los caracteres por su ratio de aparición. Todos los caracteres del alfabeto resultado tienen el mismo ratio de aparición.</a:t>
            </a:r>
          </a:p>
        </p:txBody>
      </p:sp>
    </p:spTree>
    <p:extLst>
      <p:ext uri="{BB962C8B-B14F-4D97-AF65-F5344CB8AC3E}">
        <p14:creationId xmlns:p14="http://schemas.microsoft.com/office/powerpoint/2010/main" val="40095538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CB18FA-F17B-A709-71AD-D919227A6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3. Criptografía simétrica</a:t>
            </a:r>
          </a:p>
        </p:txBody>
      </p:sp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1D7FC0D3-F7C2-A49D-5940-D5D40BD68C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28" y="2578100"/>
            <a:ext cx="10717894" cy="3767138"/>
          </a:xfrm>
        </p:spPr>
      </p:pic>
    </p:spTree>
    <p:extLst>
      <p:ext uri="{BB962C8B-B14F-4D97-AF65-F5344CB8AC3E}">
        <p14:creationId xmlns:p14="http://schemas.microsoft.com/office/powerpoint/2010/main" val="39574869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04DFFD-4D6B-E7DC-9BC6-76EBB54DE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053EC92-AC0B-92EA-86C4-DF18AC5A0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225831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DF6771-FB6C-56D4-4CED-AABD7FA99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A046998-FEFA-FFAB-8180-9ECCF44E56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979123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6209925"/>
            <a:ext cx="11155680" cy="45719"/>
          </a:xfrm>
          <a:custGeom>
            <a:avLst/>
            <a:gdLst/>
            <a:ahLst/>
            <a:cxnLst/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820888B-4EA5-E0E8-6D52-7733E1E774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08BDC72-16CF-5964-BBB2-99E4F28A1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3397649" cy="330376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4. Criptografía asimétrica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06B5A8BF-0680-F9A7-27B1-3971EC9347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CF561025-F0FA-E4BE-6E2F-96A29B57B0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9154" y="965741"/>
            <a:ext cx="7551931" cy="4719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3859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916425-0CA4-FD8E-9CDC-87FF8D49B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Conceptos clave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AEAAC0F-922E-FA03-5AC0-89151D285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Llave publica</a:t>
            </a:r>
          </a:p>
          <a:p>
            <a:r>
              <a:rPr lang="es-ES" dirty="0"/>
              <a:t>Llave privada</a:t>
            </a:r>
          </a:p>
          <a:p>
            <a:r>
              <a:rPr lang="es-ES" dirty="0"/>
              <a:t>Función de no retorno</a:t>
            </a:r>
          </a:p>
        </p:txBody>
      </p:sp>
    </p:spTree>
    <p:extLst>
      <p:ext uri="{BB962C8B-B14F-4D97-AF65-F5344CB8AC3E}">
        <p14:creationId xmlns:p14="http://schemas.microsoft.com/office/powerpoint/2010/main" val="4803080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818EA2-A9B8-6137-C8AD-0A9FAA5C3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4.1 Criptografía hibrida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B70AA01-C20A-5260-48DE-382B6FB9A9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973813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7CE37F-D143-4557-1D40-019CAD4AC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5. Funciones Hash</a:t>
            </a:r>
            <a:endParaRPr lang="es-ES" dirty="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BC5B614C-B32F-5167-B5A2-98CA79A574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0090" y="2578100"/>
            <a:ext cx="7998169" cy="3767138"/>
          </a:xfrm>
        </p:spPr>
      </p:pic>
    </p:spTree>
    <p:extLst>
      <p:ext uri="{BB962C8B-B14F-4D97-AF65-F5344CB8AC3E}">
        <p14:creationId xmlns:p14="http://schemas.microsoft.com/office/powerpoint/2010/main" val="28551556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AE1AF7-49C7-F432-E1E4-7BA587AC4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Conceptos clave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854A13A-6D50-FBB5-0B6D-E0A213B949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Función hash no biyectiva (en la mayoría de las ocasiones)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764162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2F64A6-0F84-75CD-D234-6A309D9C4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Bibliografía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87D0E37-8282-B03C-A434-746100E01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Frecuencia de aparición de letras: </a:t>
            </a:r>
            <a:r>
              <a:rPr lang="es-ES" dirty="0">
                <a:hlinkClick r:id="rId2"/>
              </a:rPr>
              <a:t>https://es.wikipedia.org/wiki/Frecuencia_de_aparici%C3%B3n_de_letras#</a:t>
            </a:r>
            <a:r>
              <a:rPr lang="es-ES" dirty="0"/>
              <a:t> </a:t>
            </a:r>
          </a:p>
          <a:p>
            <a:r>
              <a:rPr lang="es-ES" dirty="0"/>
              <a:t>Funciones hash: </a:t>
            </a:r>
            <a:r>
              <a:rPr lang="es-ES" dirty="0">
                <a:hlinkClick r:id="rId3"/>
              </a:rPr>
              <a:t>https://www.dongee.com/tutoriales/cuales-son-las-dos-funciones-de-hash-comunes/</a:t>
            </a:r>
            <a:r>
              <a:rPr lang="es-ES" dirty="0"/>
              <a:t> 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61505128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858</TotalTime>
  <Words>721</Words>
  <Application>Microsoft Office PowerPoint</Application>
  <PresentationFormat>Panorámica</PresentationFormat>
  <Paragraphs>85</Paragraphs>
  <Slides>28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28</vt:i4>
      </vt:variant>
    </vt:vector>
  </HeadingPairs>
  <TitlesOfParts>
    <vt:vector size="32" baseType="lpstr">
      <vt:lpstr>Arial</vt:lpstr>
      <vt:lpstr>Bierstadt</vt:lpstr>
      <vt:lpstr>Neue Haas Grotesk Text Pro</vt:lpstr>
      <vt:lpstr>GestaltVTI</vt:lpstr>
      <vt:lpstr>Criptografía</vt:lpstr>
      <vt:lpstr>WHOAMI</vt:lpstr>
      <vt:lpstr>Índice de contenidos</vt:lpstr>
      <vt:lpstr>1. ¿Qué es la criptografía?</vt:lpstr>
      <vt:lpstr>Vista desde la criptografía clásica</vt:lpstr>
      <vt:lpstr>Una mirada más actual</vt:lpstr>
      <vt:lpstr>Seguridad de los datos, las 5 claves.</vt:lpstr>
      <vt:lpstr>Vista desde la criptografía moderna</vt:lpstr>
      <vt:lpstr>División de disciplinas</vt:lpstr>
      <vt:lpstr>2. Criptografía clásica</vt:lpstr>
      <vt:lpstr>Mayoritariamente están basadas en</vt:lpstr>
      <vt:lpstr>Máquina enigma.</vt:lpstr>
      <vt:lpstr>Cifrado por sustitución y transposición.</vt:lpstr>
      <vt:lpstr>Cifrados por sustitución</vt:lpstr>
      <vt:lpstr>Cifrado Cesar</vt:lpstr>
      <vt:lpstr>Presentación de PowerPoint</vt:lpstr>
      <vt:lpstr>Problemas de los cifrados de sustitución simple</vt:lpstr>
      <vt:lpstr>Frecuencia de aparición de las letras en español</vt:lpstr>
      <vt:lpstr>cifrado por sustitución homofónico</vt:lpstr>
      <vt:lpstr>3. Criptografía simétrica</vt:lpstr>
      <vt:lpstr>DES</vt:lpstr>
      <vt:lpstr>AES</vt:lpstr>
      <vt:lpstr>4. Criptografía asimétrica</vt:lpstr>
      <vt:lpstr>Conceptos clave</vt:lpstr>
      <vt:lpstr>4.1 Criptografía hibrida</vt:lpstr>
      <vt:lpstr>5. Funciones Hash</vt:lpstr>
      <vt:lpstr>Conceptos clave</vt:lpstr>
      <vt:lpstr>Bibliografía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Francisco Navarta Carvajal</dc:creator>
  <cp:lastModifiedBy>Francisco Navarta Carvajal</cp:lastModifiedBy>
  <cp:revision>24</cp:revision>
  <dcterms:created xsi:type="dcterms:W3CDTF">2025-10-08T12:18:35Z</dcterms:created>
  <dcterms:modified xsi:type="dcterms:W3CDTF">2025-10-09T12:48:15Z</dcterms:modified>
</cp:coreProperties>
</file>