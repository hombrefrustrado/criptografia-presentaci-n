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85" r:id="rId19"/>
    <p:sldId id="287" r:id="rId20"/>
    <p:sldId id="271" r:id="rId21"/>
    <p:sldId id="289" r:id="rId22"/>
    <p:sldId id="286" r:id="rId23"/>
    <p:sldId id="278" r:id="rId24"/>
    <p:sldId id="292" r:id="rId25"/>
    <p:sldId id="296" r:id="rId26"/>
    <p:sldId id="288" r:id="rId27"/>
    <p:sldId id="272" r:id="rId28"/>
    <p:sldId id="275" r:id="rId29"/>
    <p:sldId id="283" r:id="rId30"/>
    <p:sldId id="295" r:id="rId31"/>
    <p:sldId id="284" r:id="rId32"/>
    <p:sldId id="294" r:id="rId33"/>
    <p:sldId id="299" r:id="rId34"/>
    <p:sldId id="300" r:id="rId35"/>
    <p:sldId id="279" r:id="rId36"/>
    <p:sldId id="273" r:id="rId37"/>
    <p:sldId id="302" r:id="rId38"/>
    <p:sldId id="301" r:id="rId39"/>
    <p:sldId id="276" r:id="rId40"/>
    <p:sldId id="297" r:id="rId41"/>
    <p:sldId id="298" r:id="rId42"/>
    <p:sldId id="290" r:id="rId43"/>
    <p:sldId id="303" r:id="rId44"/>
    <p:sldId id="291" r:id="rId45"/>
    <p:sldId id="293" r:id="rId46"/>
    <p:sldId id="304" r:id="rId47"/>
    <p:sldId id="274" r:id="rId4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7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DA56B47-EBB4-4AD9-9DF7-7CDDCEAAA44B}" type="presOf" srcId="{B52B834A-C645-4CB4-ADEC-974753BAF28A}" destId="{A67F11BA-1796-4316-98C3-724AD5471026}" srcOrd="0" destOrd="0" presId="urn:microsoft.com/office/officeart/2018/2/layout/IconVerticalSolidList"/>
    <dgm:cxn modelId="{9120406C-1F63-48AD-BB9E-6EED5C703AE9}" type="presOf" srcId="{034D43D0-4238-426B-8E1A-6CB5933FB4E4}" destId="{3DA01918-BB0B-46A2-8119-8A98EE7CE572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3F493CD4-463C-46D2-86BD-FFB06DB9CA78}" type="presOf" srcId="{607301D3-A943-45B1-B135-A655F66DD96E}" destId="{DA0506CA-A687-40BD-B2C1-C7C957EDB38E}" srcOrd="0" destOrd="0" presId="urn:microsoft.com/office/officeart/2018/2/layout/IconVerticalSolidList"/>
    <dgm:cxn modelId="{137491EE-DA71-4821-87EC-642EA8204EDF}" type="presOf" srcId="{224F3E83-F8DE-430C-80E5-E7D5D8F28CE8}" destId="{545CC187-B9C9-4AE4-AE57-7E5B3F46457A}" srcOrd="0" destOrd="0" presId="urn:microsoft.com/office/officeart/2018/2/layout/IconVerticalSolidList"/>
    <dgm:cxn modelId="{1B12F80C-26CB-4AAE-ADF8-037B23F91BF5}" type="presParOf" srcId="{545CC187-B9C9-4AE4-AE57-7E5B3F46457A}" destId="{1E06D0C2-9071-4EBD-9848-0F2668FDA991}" srcOrd="0" destOrd="0" presId="urn:microsoft.com/office/officeart/2018/2/layout/IconVerticalSolidList"/>
    <dgm:cxn modelId="{3670E18A-EAC3-4C8B-9770-CD338E6DBA4D}" type="presParOf" srcId="{1E06D0C2-9071-4EBD-9848-0F2668FDA991}" destId="{C98B24A0-8585-4B6C-8CB4-DE6C09CB7557}" srcOrd="0" destOrd="0" presId="urn:microsoft.com/office/officeart/2018/2/layout/IconVerticalSolidList"/>
    <dgm:cxn modelId="{C164122C-9CFE-4A63-826B-645CE0CFD590}" type="presParOf" srcId="{1E06D0C2-9071-4EBD-9848-0F2668FDA991}" destId="{F76BB03D-0314-4E66-8DFD-6175354527B3}" srcOrd="1" destOrd="0" presId="urn:microsoft.com/office/officeart/2018/2/layout/IconVerticalSolidList"/>
    <dgm:cxn modelId="{E35996FD-CB19-4731-A8F6-5B61CF70DE95}" type="presParOf" srcId="{1E06D0C2-9071-4EBD-9848-0F2668FDA991}" destId="{AAA5EE3A-43D5-48D3-AFD1-7438C38DA3D7}" srcOrd="2" destOrd="0" presId="urn:microsoft.com/office/officeart/2018/2/layout/IconVerticalSolidList"/>
    <dgm:cxn modelId="{E9147397-CE95-46C8-8AB6-3920064F3305}" type="presParOf" srcId="{1E06D0C2-9071-4EBD-9848-0F2668FDA991}" destId="{3DA01918-BB0B-46A2-8119-8A98EE7CE572}" srcOrd="3" destOrd="0" presId="urn:microsoft.com/office/officeart/2018/2/layout/IconVerticalSolidList"/>
    <dgm:cxn modelId="{BF614804-1273-4036-B97C-11D777188B6C}" type="presParOf" srcId="{545CC187-B9C9-4AE4-AE57-7E5B3F46457A}" destId="{2E4DFBDB-F17A-44D8-BD72-15E1105BF85C}" srcOrd="1" destOrd="0" presId="urn:microsoft.com/office/officeart/2018/2/layout/IconVerticalSolidList"/>
    <dgm:cxn modelId="{1EB9916B-E745-4AFA-9E35-178961BB620A}" type="presParOf" srcId="{545CC187-B9C9-4AE4-AE57-7E5B3F46457A}" destId="{6B8BD792-1A64-4A42-BC02-F1D28EEA1E90}" srcOrd="2" destOrd="0" presId="urn:microsoft.com/office/officeart/2018/2/layout/IconVerticalSolidList"/>
    <dgm:cxn modelId="{DB3B7A21-75B4-40D2-9F5F-D539043BDAC6}" type="presParOf" srcId="{6B8BD792-1A64-4A42-BC02-F1D28EEA1E90}" destId="{6A6CC891-D06F-4590-A4A6-99FEAA95F274}" srcOrd="0" destOrd="0" presId="urn:microsoft.com/office/officeart/2018/2/layout/IconVerticalSolidList"/>
    <dgm:cxn modelId="{02322F0C-AE84-43F6-89D2-268078D158B0}" type="presParOf" srcId="{6B8BD792-1A64-4A42-BC02-F1D28EEA1E90}" destId="{D0A11E2A-EA85-4EF4-B7A5-FF13665C72A1}" srcOrd="1" destOrd="0" presId="urn:microsoft.com/office/officeart/2018/2/layout/IconVerticalSolidList"/>
    <dgm:cxn modelId="{D88A83EE-C7D3-4BF6-8539-34270B9955F0}" type="presParOf" srcId="{6B8BD792-1A64-4A42-BC02-F1D28EEA1E90}" destId="{3B3C17F8-8F98-4658-8982-CE8BFF8F1F17}" srcOrd="2" destOrd="0" presId="urn:microsoft.com/office/officeart/2018/2/layout/IconVerticalSolidList"/>
    <dgm:cxn modelId="{9ADA1945-BF83-459C-9B90-D2452995A7AD}" type="presParOf" srcId="{6B8BD792-1A64-4A42-BC02-F1D28EEA1E90}" destId="{DA0506CA-A687-40BD-B2C1-C7C957EDB38E}" srcOrd="3" destOrd="0" presId="urn:microsoft.com/office/officeart/2018/2/layout/IconVerticalSolidList"/>
    <dgm:cxn modelId="{9BED8DF2-A3B7-4F3B-810C-B417CE14C26D}" type="presParOf" srcId="{545CC187-B9C9-4AE4-AE57-7E5B3F46457A}" destId="{69766A47-6702-4436-9AAD-5284ABF9C117}" srcOrd="3" destOrd="0" presId="urn:microsoft.com/office/officeart/2018/2/layout/IconVerticalSolidList"/>
    <dgm:cxn modelId="{9A2CE6D4-2F96-4DED-89AF-414B3902B2CE}" type="presParOf" srcId="{545CC187-B9C9-4AE4-AE57-7E5B3F46457A}" destId="{8C836CE9-B0E9-4C93-B51D-8E3473404483}" srcOrd="4" destOrd="0" presId="urn:microsoft.com/office/officeart/2018/2/layout/IconVerticalSolidList"/>
    <dgm:cxn modelId="{F2A8BB36-CB13-460F-AE6F-EEB4263D67BA}" type="presParOf" srcId="{8C836CE9-B0E9-4C93-B51D-8E3473404483}" destId="{E4C30A4B-8722-4AAC-91B5-217193B4B05F}" srcOrd="0" destOrd="0" presId="urn:microsoft.com/office/officeart/2018/2/layout/IconVerticalSolidList"/>
    <dgm:cxn modelId="{143719AE-7219-46BE-A90B-F5DC4BABC966}" type="presParOf" srcId="{8C836CE9-B0E9-4C93-B51D-8E3473404483}" destId="{1522CA61-73E4-4050-9AAE-81C929CB1834}" srcOrd="1" destOrd="0" presId="urn:microsoft.com/office/officeart/2018/2/layout/IconVerticalSolidList"/>
    <dgm:cxn modelId="{F44FE26D-1F33-4702-88D6-0F8A6BE7401E}" type="presParOf" srcId="{8C836CE9-B0E9-4C93-B51D-8E3473404483}" destId="{B1011C1F-B283-4DBE-B153-E9FCAEA803D8}" srcOrd="2" destOrd="0" presId="urn:microsoft.com/office/officeart/2018/2/layout/IconVerticalSolidList"/>
    <dgm:cxn modelId="{80BDF5A3-6251-4777-932E-AA82D479239D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653475-6666-40B3-855F-6038B8845506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99A6EE9-E12A-416F-B804-AE7C792C2E8D}">
      <dgm:prSet/>
      <dgm:spPr/>
      <dgm:t>
        <a:bodyPr/>
        <a:lstStyle/>
        <a:p>
          <a:pPr>
            <a:defRPr b="1"/>
          </a:pPr>
          <a:r>
            <a:rPr lang="es-ES" dirty="0"/>
            <a:t>Cifrar</a:t>
          </a:r>
          <a:endParaRPr lang="en-US" dirty="0"/>
        </a:p>
      </dgm:t>
    </dgm:pt>
    <dgm:pt modelId="{B4698B80-BDEF-44B8-A851-7A8832A1A5CE}" type="parTrans" cxnId="{11CAF680-ADB6-4F38-9FDE-FD09530F5DAA}">
      <dgm:prSet/>
      <dgm:spPr/>
      <dgm:t>
        <a:bodyPr/>
        <a:lstStyle/>
        <a:p>
          <a:endParaRPr lang="en-US"/>
        </a:p>
      </dgm:t>
    </dgm:pt>
    <dgm:pt modelId="{BB336DEF-0A41-4C50-830B-051E70ABAF0C}" type="sibTrans" cxnId="{11CAF680-ADB6-4F38-9FDE-FD09530F5DAA}">
      <dgm:prSet/>
      <dgm:spPr/>
      <dgm:t>
        <a:bodyPr/>
        <a:lstStyle/>
        <a:p>
          <a:endParaRPr lang="en-US"/>
        </a:p>
      </dgm:t>
    </dgm:pt>
    <dgm:pt modelId="{ADCC4749-6A00-41BD-AE27-0819DD3303AB}">
      <dgm:prSet/>
      <dgm:spPr/>
      <dgm:t>
        <a:bodyPr/>
        <a:lstStyle/>
        <a:p>
          <a:r>
            <a:rPr lang="es-ES" dirty="0"/>
            <a:t>RSA sirve para cifrar y descifrar información.</a:t>
          </a:r>
          <a:endParaRPr lang="en-US" dirty="0"/>
        </a:p>
      </dgm:t>
    </dgm:pt>
    <dgm:pt modelId="{1697DCD0-4999-4DF5-B392-0D7D7FF68A8F}" type="parTrans" cxnId="{67499677-8CF2-46B4-A333-31089C9F0AAC}">
      <dgm:prSet/>
      <dgm:spPr/>
      <dgm:t>
        <a:bodyPr/>
        <a:lstStyle/>
        <a:p>
          <a:endParaRPr lang="en-US"/>
        </a:p>
      </dgm:t>
    </dgm:pt>
    <dgm:pt modelId="{91B5DDED-2D5F-4077-BF82-EFD9301F16DA}" type="sibTrans" cxnId="{67499677-8CF2-46B4-A333-31089C9F0AAC}">
      <dgm:prSet/>
      <dgm:spPr/>
      <dgm:t>
        <a:bodyPr/>
        <a:lstStyle/>
        <a:p>
          <a:endParaRPr lang="en-US"/>
        </a:p>
      </dgm:t>
    </dgm:pt>
    <dgm:pt modelId="{36FC2824-DBDD-4C45-B540-5D9332BA13B4}">
      <dgm:prSet/>
      <dgm:spPr/>
      <dgm:t>
        <a:bodyPr/>
        <a:lstStyle/>
        <a:p>
          <a:pPr>
            <a:defRPr b="1"/>
          </a:pPr>
          <a:r>
            <a:rPr lang="es-ES" dirty="0"/>
            <a:t>Firmar</a:t>
          </a:r>
          <a:endParaRPr lang="en-US" dirty="0"/>
        </a:p>
      </dgm:t>
    </dgm:pt>
    <dgm:pt modelId="{363012B8-3C70-473E-896D-E33407BBD2CE}" type="parTrans" cxnId="{77797227-E27F-439C-ACB8-4242E5B3D66A}">
      <dgm:prSet/>
      <dgm:spPr/>
      <dgm:t>
        <a:bodyPr/>
        <a:lstStyle/>
        <a:p>
          <a:endParaRPr lang="en-US"/>
        </a:p>
      </dgm:t>
    </dgm:pt>
    <dgm:pt modelId="{601CCBDA-9773-4AF4-B6A2-347DB10D22E5}" type="sibTrans" cxnId="{77797227-E27F-439C-ACB8-4242E5B3D66A}">
      <dgm:prSet/>
      <dgm:spPr/>
      <dgm:t>
        <a:bodyPr/>
        <a:lstStyle/>
        <a:p>
          <a:endParaRPr lang="en-US"/>
        </a:p>
      </dgm:t>
    </dgm:pt>
    <dgm:pt modelId="{F0B42E0D-40C2-4F00-AF36-B354FAFED658}">
      <dgm:prSet/>
      <dgm:spPr/>
      <dgm:t>
        <a:bodyPr/>
        <a:lstStyle/>
        <a:p>
          <a:r>
            <a:rPr lang="es-ES" dirty="0"/>
            <a:t>También si aplicamos la función con clave privada lo que hacemos es firmar la información para decir que nosotros hemos sido quien la ha emitido. </a:t>
          </a:r>
          <a:endParaRPr lang="en-US" dirty="0"/>
        </a:p>
      </dgm:t>
    </dgm:pt>
    <dgm:pt modelId="{C2ED0F3C-5EFC-4549-A9A4-BCC1FF7CE709}" type="parTrans" cxnId="{EB67282F-F4D4-4CA0-9BE3-5D932EFABE81}">
      <dgm:prSet/>
      <dgm:spPr/>
      <dgm:t>
        <a:bodyPr/>
        <a:lstStyle/>
        <a:p>
          <a:endParaRPr lang="en-US"/>
        </a:p>
      </dgm:t>
    </dgm:pt>
    <dgm:pt modelId="{E633F85F-2A00-4D1D-A4A3-B13718869D34}" type="sibTrans" cxnId="{EB67282F-F4D4-4CA0-9BE3-5D932EFABE81}">
      <dgm:prSet/>
      <dgm:spPr/>
      <dgm:t>
        <a:bodyPr/>
        <a:lstStyle/>
        <a:p>
          <a:endParaRPr lang="en-US"/>
        </a:p>
      </dgm:t>
    </dgm:pt>
    <dgm:pt modelId="{A36FF52E-1AF5-4499-94D0-EEAC5CB383CA}" type="pres">
      <dgm:prSet presAssocID="{14653475-6666-40B3-855F-6038B8845506}" presName="root" presStyleCnt="0">
        <dgm:presLayoutVars>
          <dgm:dir/>
          <dgm:resizeHandles val="exact"/>
        </dgm:presLayoutVars>
      </dgm:prSet>
      <dgm:spPr/>
    </dgm:pt>
    <dgm:pt modelId="{DAE42939-73A3-42C8-91EB-F37D4453D29D}" type="pres">
      <dgm:prSet presAssocID="{A99A6EE9-E12A-416F-B804-AE7C792C2E8D}" presName="compNode" presStyleCnt="0"/>
      <dgm:spPr/>
    </dgm:pt>
    <dgm:pt modelId="{BE41307F-4609-4DA1-92E6-F1CD60E16F64}" type="pres">
      <dgm:prSet presAssocID="{A99A6EE9-E12A-416F-B804-AE7C792C2E8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E22AC201-640A-40AC-88F0-57B65A4D4C0D}" type="pres">
      <dgm:prSet presAssocID="{A99A6EE9-E12A-416F-B804-AE7C792C2E8D}" presName="iconSpace" presStyleCnt="0"/>
      <dgm:spPr/>
    </dgm:pt>
    <dgm:pt modelId="{F8034362-D833-4994-9A93-0DFE286E66E4}" type="pres">
      <dgm:prSet presAssocID="{A99A6EE9-E12A-416F-B804-AE7C792C2E8D}" presName="parTx" presStyleLbl="revTx" presStyleIdx="0" presStyleCnt="4">
        <dgm:presLayoutVars>
          <dgm:chMax val="0"/>
          <dgm:chPref val="0"/>
        </dgm:presLayoutVars>
      </dgm:prSet>
      <dgm:spPr/>
    </dgm:pt>
    <dgm:pt modelId="{9C93133B-197D-4C30-8617-B0B80B4BB8CB}" type="pres">
      <dgm:prSet presAssocID="{A99A6EE9-E12A-416F-B804-AE7C792C2E8D}" presName="txSpace" presStyleCnt="0"/>
      <dgm:spPr/>
    </dgm:pt>
    <dgm:pt modelId="{8F90CF00-E32C-47AD-82BA-2A1E06B29D64}" type="pres">
      <dgm:prSet presAssocID="{A99A6EE9-E12A-416F-B804-AE7C792C2E8D}" presName="desTx" presStyleLbl="revTx" presStyleIdx="1" presStyleCnt="4">
        <dgm:presLayoutVars/>
      </dgm:prSet>
      <dgm:spPr/>
    </dgm:pt>
    <dgm:pt modelId="{5F624C8A-AEF1-4019-9C7A-16A1878DB061}" type="pres">
      <dgm:prSet presAssocID="{BB336DEF-0A41-4C50-830B-051E70ABAF0C}" presName="sibTrans" presStyleCnt="0"/>
      <dgm:spPr/>
    </dgm:pt>
    <dgm:pt modelId="{1E25E05F-1E27-40D0-B9C4-391C204BC306}" type="pres">
      <dgm:prSet presAssocID="{36FC2824-DBDD-4C45-B540-5D9332BA13B4}" presName="compNode" presStyleCnt="0"/>
      <dgm:spPr/>
    </dgm:pt>
    <dgm:pt modelId="{40186866-01A9-4EC4-9412-6FAD4537D0B5}" type="pres">
      <dgm:prSet presAssocID="{36FC2824-DBDD-4C45-B540-5D9332BA13B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DC841D8-DF9E-4BCB-8993-0AB1B88C5521}" type="pres">
      <dgm:prSet presAssocID="{36FC2824-DBDD-4C45-B540-5D9332BA13B4}" presName="iconSpace" presStyleCnt="0"/>
      <dgm:spPr/>
    </dgm:pt>
    <dgm:pt modelId="{403A7BA3-E739-4585-A022-5AD0058551A5}" type="pres">
      <dgm:prSet presAssocID="{36FC2824-DBDD-4C45-B540-5D9332BA13B4}" presName="parTx" presStyleLbl="revTx" presStyleIdx="2" presStyleCnt="4">
        <dgm:presLayoutVars>
          <dgm:chMax val="0"/>
          <dgm:chPref val="0"/>
        </dgm:presLayoutVars>
      </dgm:prSet>
      <dgm:spPr/>
    </dgm:pt>
    <dgm:pt modelId="{151F0506-2D47-465C-B6BA-7F4C20B8D043}" type="pres">
      <dgm:prSet presAssocID="{36FC2824-DBDD-4C45-B540-5D9332BA13B4}" presName="txSpace" presStyleCnt="0"/>
      <dgm:spPr/>
    </dgm:pt>
    <dgm:pt modelId="{84105D38-168B-4EAC-95C3-C563665F908C}" type="pres">
      <dgm:prSet presAssocID="{36FC2824-DBDD-4C45-B540-5D9332BA13B4}" presName="desTx" presStyleLbl="revTx" presStyleIdx="3" presStyleCnt="4">
        <dgm:presLayoutVars/>
      </dgm:prSet>
      <dgm:spPr/>
    </dgm:pt>
  </dgm:ptLst>
  <dgm:cxnLst>
    <dgm:cxn modelId="{77797227-E27F-439C-ACB8-4242E5B3D66A}" srcId="{14653475-6666-40B3-855F-6038B8845506}" destId="{36FC2824-DBDD-4C45-B540-5D9332BA13B4}" srcOrd="1" destOrd="0" parTransId="{363012B8-3C70-473E-896D-E33407BBD2CE}" sibTransId="{601CCBDA-9773-4AF4-B6A2-347DB10D22E5}"/>
    <dgm:cxn modelId="{EB67282F-F4D4-4CA0-9BE3-5D932EFABE81}" srcId="{36FC2824-DBDD-4C45-B540-5D9332BA13B4}" destId="{F0B42E0D-40C2-4F00-AF36-B354FAFED658}" srcOrd="0" destOrd="0" parTransId="{C2ED0F3C-5EFC-4549-A9A4-BCC1FF7CE709}" sibTransId="{E633F85F-2A00-4D1D-A4A3-B13718869D34}"/>
    <dgm:cxn modelId="{67499677-8CF2-46B4-A333-31089C9F0AAC}" srcId="{A99A6EE9-E12A-416F-B804-AE7C792C2E8D}" destId="{ADCC4749-6A00-41BD-AE27-0819DD3303AB}" srcOrd="0" destOrd="0" parTransId="{1697DCD0-4999-4DF5-B392-0D7D7FF68A8F}" sibTransId="{91B5DDED-2D5F-4077-BF82-EFD9301F16DA}"/>
    <dgm:cxn modelId="{5309567A-5FF3-4A9B-A153-AEA869B37C6F}" type="presOf" srcId="{ADCC4749-6A00-41BD-AE27-0819DD3303AB}" destId="{8F90CF00-E32C-47AD-82BA-2A1E06B29D64}" srcOrd="0" destOrd="0" presId="urn:microsoft.com/office/officeart/2018/5/layout/CenteredIconLabelDescriptionList"/>
    <dgm:cxn modelId="{BC6E1B7C-B536-4AF2-9D7A-E8D253E434F7}" type="presOf" srcId="{A99A6EE9-E12A-416F-B804-AE7C792C2E8D}" destId="{F8034362-D833-4994-9A93-0DFE286E66E4}" srcOrd="0" destOrd="0" presId="urn:microsoft.com/office/officeart/2018/5/layout/CenteredIconLabelDescriptionList"/>
    <dgm:cxn modelId="{11CAF680-ADB6-4F38-9FDE-FD09530F5DAA}" srcId="{14653475-6666-40B3-855F-6038B8845506}" destId="{A99A6EE9-E12A-416F-B804-AE7C792C2E8D}" srcOrd="0" destOrd="0" parTransId="{B4698B80-BDEF-44B8-A851-7A8832A1A5CE}" sibTransId="{BB336DEF-0A41-4C50-830B-051E70ABAF0C}"/>
    <dgm:cxn modelId="{178E5ABC-ED6A-4AFC-AA34-1091A1C84455}" type="presOf" srcId="{14653475-6666-40B3-855F-6038B8845506}" destId="{A36FF52E-1AF5-4499-94D0-EEAC5CB383CA}" srcOrd="0" destOrd="0" presId="urn:microsoft.com/office/officeart/2018/5/layout/CenteredIconLabelDescriptionList"/>
    <dgm:cxn modelId="{7A6919C3-031E-40E0-B667-B73CB9345256}" type="presOf" srcId="{36FC2824-DBDD-4C45-B540-5D9332BA13B4}" destId="{403A7BA3-E739-4585-A022-5AD0058551A5}" srcOrd="0" destOrd="0" presId="urn:microsoft.com/office/officeart/2018/5/layout/CenteredIconLabelDescriptionList"/>
    <dgm:cxn modelId="{059B47CD-0876-4A3E-9470-2BB7DE447C35}" type="presOf" srcId="{F0B42E0D-40C2-4F00-AF36-B354FAFED658}" destId="{84105D38-168B-4EAC-95C3-C563665F908C}" srcOrd="0" destOrd="0" presId="urn:microsoft.com/office/officeart/2018/5/layout/CenteredIconLabelDescriptionList"/>
    <dgm:cxn modelId="{E4CEDE52-40FC-4DFA-B394-408615E71A4C}" type="presParOf" srcId="{A36FF52E-1AF5-4499-94D0-EEAC5CB383CA}" destId="{DAE42939-73A3-42C8-91EB-F37D4453D29D}" srcOrd="0" destOrd="0" presId="urn:microsoft.com/office/officeart/2018/5/layout/CenteredIconLabelDescriptionList"/>
    <dgm:cxn modelId="{50946C6C-8439-4888-B327-C0683338E859}" type="presParOf" srcId="{DAE42939-73A3-42C8-91EB-F37D4453D29D}" destId="{BE41307F-4609-4DA1-92E6-F1CD60E16F64}" srcOrd="0" destOrd="0" presId="urn:microsoft.com/office/officeart/2018/5/layout/CenteredIconLabelDescriptionList"/>
    <dgm:cxn modelId="{B6A519C6-013D-4C7A-8A32-3581D66C8886}" type="presParOf" srcId="{DAE42939-73A3-42C8-91EB-F37D4453D29D}" destId="{E22AC201-640A-40AC-88F0-57B65A4D4C0D}" srcOrd="1" destOrd="0" presId="urn:microsoft.com/office/officeart/2018/5/layout/CenteredIconLabelDescriptionList"/>
    <dgm:cxn modelId="{99984133-25B8-43F8-82CD-6ED13DC32E60}" type="presParOf" srcId="{DAE42939-73A3-42C8-91EB-F37D4453D29D}" destId="{F8034362-D833-4994-9A93-0DFE286E66E4}" srcOrd="2" destOrd="0" presId="urn:microsoft.com/office/officeart/2018/5/layout/CenteredIconLabelDescriptionList"/>
    <dgm:cxn modelId="{EAAFDEB9-46D6-4005-AB8E-D85682C2F5A6}" type="presParOf" srcId="{DAE42939-73A3-42C8-91EB-F37D4453D29D}" destId="{9C93133B-197D-4C30-8617-B0B80B4BB8CB}" srcOrd="3" destOrd="0" presId="urn:microsoft.com/office/officeart/2018/5/layout/CenteredIconLabelDescriptionList"/>
    <dgm:cxn modelId="{BCBCDEE4-1D2F-4598-9AB5-D223D898E1A1}" type="presParOf" srcId="{DAE42939-73A3-42C8-91EB-F37D4453D29D}" destId="{8F90CF00-E32C-47AD-82BA-2A1E06B29D64}" srcOrd="4" destOrd="0" presId="urn:microsoft.com/office/officeart/2018/5/layout/CenteredIconLabelDescriptionList"/>
    <dgm:cxn modelId="{45904F42-649B-4580-908D-4CBA7CF1BF01}" type="presParOf" srcId="{A36FF52E-1AF5-4499-94D0-EEAC5CB383CA}" destId="{5F624C8A-AEF1-4019-9C7A-16A1878DB061}" srcOrd="1" destOrd="0" presId="urn:microsoft.com/office/officeart/2018/5/layout/CenteredIconLabelDescriptionList"/>
    <dgm:cxn modelId="{E84C3CF3-3B9E-4CCD-809B-E402FD0B9775}" type="presParOf" srcId="{A36FF52E-1AF5-4499-94D0-EEAC5CB383CA}" destId="{1E25E05F-1E27-40D0-B9C4-391C204BC306}" srcOrd="2" destOrd="0" presId="urn:microsoft.com/office/officeart/2018/5/layout/CenteredIconLabelDescriptionList"/>
    <dgm:cxn modelId="{ECBF8D7A-9019-479B-B4F9-D3ED132E2730}" type="presParOf" srcId="{1E25E05F-1E27-40D0-B9C4-391C204BC306}" destId="{40186866-01A9-4EC4-9412-6FAD4537D0B5}" srcOrd="0" destOrd="0" presId="urn:microsoft.com/office/officeart/2018/5/layout/CenteredIconLabelDescriptionList"/>
    <dgm:cxn modelId="{7385A7F5-D77C-4A50-AC0A-8923FCFD3632}" type="presParOf" srcId="{1E25E05F-1E27-40D0-B9C4-391C204BC306}" destId="{CDC841D8-DF9E-4BCB-8993-0AB1B88C5521}" srcOrd="1" destOrd="0" presId="urn:microsoft.com/office/officeart/2018/5/layout/CenteredIconLabelDescriptionList"/>
    <dgm:cxn modelId="{C51A18D7-0C59-41B7-8FE7-7F172EF43ECA}" type="presParOf" srcId="{1E25E05F-1E27-40D0-B9C4-391C204BC306}" destId="{403A7BA3-E739-4585-A022-5AD0058551A5}" srcOrd="2" destOrd="0" presId="urn:microsoft.com/office/officeart/2018/5/layout/CenteredIconLabelDescriptionList"/>
    <dgm:cxn modelId="{E2ED80D4-DAC0-4F4E-95EA-77FB8BDC890D}" type="presParOf" srcId="{1E25E05F-1E27-40D0-B9C4-391C204BC306}" destId="{151F0506-2D47-465C-B6BA-7F4C20B8D043}" srcOrd="3" destOrd="0" presId="urn:microsoft.com/office/officeart/2018/5/layout/CenteredIconLabelDescriptionList"/>
    <dgm:cxn modelId="{832885E0-63B8-4DAC-A60D-E115CDA908DA}" type="presParOf" srcId="{1E25E05F-1E27-40D0-B9C4-391C204BC306}" destId="{84105D38-168B-4EAC-95C3-C563665F908C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7F7CDFF-812F-4FE4-B995-33EC749DD8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123F005F-4187-4D28-9890-021213BB3865}">
      <dgm:prSet phldrT="[Texto]" phldr="0"/>
      <dgm:spPr/>
      <dgm:t>
        <a:bodyPr/>
        <a:lstStyle/>
        <a:p>
          <a:r>
            <a:rPr lang="es-ES" dirty="0"/>
            <a:t>Garantiza la integridad de la información.</a:t>
          </a:r>
        </a:p>
      </dgm:t>
    </dgm:pt>
    <dgm:pt modelId="{D2D449AE-FBCA-4D43-AC5A-CE7FE8D96935}" type="parTrans" cxnId="{90ABCFAB-9615-4044-BB12-9D114F0DBCFD}">
      <dgm:prSet/>
      <dgm:spPr/>
      <dgm:t>
        <a:bodyPr/>
        <a:lstStyle/>
        <a:p>
          <a:endParaRPr lang="es-ES"/>
        </a:p>
      </dgm:t>
    </dgm:pt>
    <dgm:pt modelId="{D3D08D78-935D-4773-95F6-3581E3E2DF00}" type="sibTrans" cxnId="{90ABCFAB-9615-4044-BB12-9D114F0DBCFD}">
      <dgm:prSet/>
      <dgm:spPr/>
      <dgm:t>
        <a:bodyPr/>
        <a:lstStyle/>
        <a:p>
          <a:endParaRPr lang="es-ES"/>
        </a:p>
      </dgm:t>
    </dgm:pt>
    <dgm:pt modelId="{38E5C7DE-DF39-48AF-94BE-D87082B4B00B}">
      <dgm:prSet phldrT="[Texto]" phldr="0"/>
      <dgm:spPr/>
      <dgm:t>
        <a:bodyPr/>
        <a:lstStyle/>
        <a:p>
          <a:r>
            <a:rPr lang="es-ES" dirty="0"/>
            <a:t>Crea un identificador único de la información de tamaño fijo</a:t>
          </a:r>
        </a:p>
      </dgm:t>
    </dgm:pt>
    <dgm:pt modelId="{5ABBEF5D-E067-4699-A558-5254F76D866E}" type="parTrans" cxnId="{C02A07BD-3FC0-4C86-BB19-529C9A0BFDBF}">
      <dgm:prSet/>
      <dgm:spPr/>
      <dgm:t>
        <a:bodyPr/>
        <a:lstStyle/>
        <a:p>
          <a:endParaRPr lang="es-ES"/>
        </a:p>
      </dgm:t>
    </dgm:pt>
    <dgm:pt modelId="{51DC97B4-6420-4E36-9BAE-A6F29268D870}" type="sibTrans" cxnId="{C02A07BD-3FC0-4C86-BB19-529C9A0BFDBF}">
      <dgm:prSet/>
      <dgm:spPr/>
      <dgm:t>
        <a:bodyPr/>
        <a:lstStyle/>
        <a:p>
          <a:endParaRPr lang="es-ES"/>
        </a:p>
      </dgm:t>
    </dgm:pt>
    <dgm:pt modelId="{D1F8259D-3C96-471B-978A-F00CF2468EF9}">
      <dgm:prSet phldrT="[Texto]" phldr="0"/>
      <dgm:spPr/>
      <dgm:t>
        <a:bodyPr/>
        <a:lstStyle/>
        <a:p>
          <a:r>
            <a:rPr lang="es-ES" dirty="0"/>
            <a:t>Ese identificador se usa para compararlo y de esa manera ver si dos informaciones son iguales o no</a:t>
          </a:r>
        </a:p>
      </dgm:t>
    </dgm:pt>
    <dgm:pt modelId="{3AD8CEE6-51D9-4EAE-A085-2A706C6FF9EC}" type="parTrans" cxnId="{EBC9B6F0-E507-466B-BBE2-683802500701}">
      <dgm:prSet/>
      <dgm:spPr/>
      <dgm:t>
        <a:bodyPr/>
        <a:lstStyle/>
        <a:p>
          <a:endParaRPr lang="es-ES"/>
        </a:p>
      </dgm:t>
    </dgm:pt>
    <dgm:pt modelId="{03DE2E89-0A88-4AF9-893A-5EC911E6C945}" type="sibTrans" cxnId="{EBC9B6F0-E507-466B-BBE2-683802500701}">
      <dgm:prSet/>
      <dgm:spPr/>
      <dgm:t>
        <a:bodyPr/>
        <a:lstStyle/>
        <a:p>
          <a:endParaRPr lang="es-ES"/>
        </a:p>
      </dgm:t>
    </dgm:pt>
    <dgm:pt modelId="{A8A88069-573F-4603-89AF-61F01D4AA727}" type="pres">
      <dgm:prSet presAssocID="{B7F7CDFF-812F-4FE4-B995-33EC749DD89C}" presName="diagram" presStyleCnt="0">
        <dgm:presLayoutVars>
          <dgm:dir/>
          <dgm:resizeHandles val="exact"/>
        </dgm:presLayoutVars>
      </dgm:prSet>
      <dgm:spPr/>
    </dgm:pt>
    <dgm:pt modelId="{D4E4C01C-E3B4-400D-A145-5EDEB37F319B}" type="pres">
      <dgm:prSet presAssocID="{123F005F-4187-4D28-9890-021213BB3865}" presName="node" presStyleLbl="node1" presStyleIdx="0" presStyleCnt="3">
        <dgm:presLayoutVars>
          <dgm:bulletEnabled val="1"/>
        </dgm:presLayoutVars>
      </dgm:prSet>
      <dgm:spPr/>
    </dgm:pt>
    <dgm:pt modelId="{D80F8220-B442-4F17-931A-A45F68EAEDC5}" type="pres">
      <dgm:prSet presAssocID="{D3D08D78-935D-4773-95F6-3581E3E2DF00}" presName="sibTrans" presStyleCnt="0"/>
      <dgm:spPr/>
    </dgm:pt>
    <dgm:pt modelId="{26F8596F-9758-4365-8319-95E9CE17B7F7}" type="pres">
      <dgm:prSet presAssocID="{38E5C7DE-DF39-48AF-94BE-D87082B4B00B}" presName="node" presStyleLbl="node1" presStyleIdx="1" presStyleCnt="3">
        <dgm:presLayoutVars>
          <dgm:bulletEnabled val="1"/>
        </dgm:presLayoutVars>
      </dgm:prSet>
      <dgm:spPr/>
    </dgm:pt>
    <dgm:pt modelId="{88A152AC-3B15-4DEC-A9B0-CF7D588E6D75}" type="pres">
      <dgm:prSet presAssocID="{51DC97B4-6420-4E36-9BAE-A6F29268D870}" presName="sibTrans" presStyleCnt="0"/>
      <dgm:spPr/>
    </dgm:pt>
    <dgm:pt modelId="{F5EFBDFB-A4F0-4611-8225-FBFF7169AC24}" type="pres">
      <dgm:prSet presAssocID="{D1F8259D-3C96-471B-978A-F00CF2468EF9}" presName="node" presStyleLbl="node1" presStyleIdx="2" presStyleCnt="3">
        <dgm:presLayoutVars>
          <dgm:bulletEnabled val="1"/>
        </dgm:presLayoutVars>
      </dgm:prSet>
      <dgm:spPr/>
    </dgm:pt>
  </dgm:ptLst>
  <dgm:cxnLst>
    <dgm:cxn modelId="{70540823-8E23-4B09-A6D0-402D496344CC}" type="presOf" srcId="{123F005F-4187-4D28-9890-021213BB3865}" destId="{D4E4C01C-E3B4-400D-A145-5EDEB37F319B}" srcOrd="0" destOrd="0" presId="urn:microsoft.com/office/officeart/2005/8/layout/default"/>
    <dgm:cxn modelId="{DC0D4751-C8D5-41D3-AE8A-197F6661A59E}" type="presOf" srcId="{B7F7CDFF-812F-4FE4-B995-33EC749DD89C}" destId="{A8A88069-573F-4603-89AF-61F01D4AA727}" srcOrd="0" destOrd="0" presId="urn:microsoft.com/office/officeart/2005/8/layout/default"/>
    <dgm:cxn modelId="{A9933E74-F651-4955-BC16-1AC027B05031}" type="presOf" srcId="{38E5C7DE-DF39-48AF-94BE-D87082B4B00B}" destId="{26F8596F-9758-4365-8319-95E9CE17B7F7}" srcOrd="0" destOrd="0" presId="urn:microsoft.com/office/officeart/2005/8/layout/default"/>
    <dgm:cxn modelId="{D303E191-3B57-4B5C-8B1B-B7D93AFA7A32}" type="presOf" srcId="{D1F8259D-3C96-471B-978A-F00CF2468EF9}" destId="{F5EFBDFB-A4F0-4611-8225-FBFF7169AC24}" srcOrd="0" destOrd="0" presId="urn:microsoft.com/office/officeart/2005/8/layout/default"/>
    <dgm:cxn modelId="{90ABCFAB-9615-4044-BB12-9D114F0DBCFD}" srcId="{B7F7CDFF-812F-4FE4-B995-33EC749DD89C}" destId="{123F005F-4187-4D28-9890-021213BB3865}" srcOrd="0" destOrd="0" parTransId="{D2D449AE-FBCA-4D43-AC5A-CE7FE8D96935}" sibTransId="{D3D08D78-935D-4773-95F6-3581E3E2DF00}"/>
    <dgm:cxn modelId="{C02A07BD-3FC0-4C86-BB19-529C9A0BFDBF}" srcId="{B7F7CDFF-812F-4FE4-B995-33EC749DD89C}" destId="{38E5C7DE-DF39-48AF-94BE-D87082B4B00B}" srcOrd="1" destOrd="0" parTransId="{5ABBEF5D-E067-4699-A558-5254F76D866E}" sibTransId="{51DC97B4-6420-4E36-9BAE-A6F29268D870}"/>
    <dgm:cxn modelId="{EBC9B6F0-E507-466B-BBE2-683802500701}" srcId="{B7F7CDFF-812F-4FE4-B995-33EC749DD89C}" destId="{D1F8259D-3C96-471B-978A-F00CF2468EF9}" srcOrd="2" destOrd="0" parTransId="{3AD8CEE6-51D9-4EAE-A085-2A706C6FF9EC}" sibTransId="{03DE2E89-0A88-4AF9-893A-5EC911E6C945}"/>
    <dgm:cxn modelId="{1F11DEE3-75E6-4DA8-B215-97F1802A71F6}" type="presParOf" srcId="{A8A88069-573F-4603-89AF-61F01D4AA727}" destId="{D4E4C01C-E3B4-400D-A145-5EDEB37F319B}" srcOrd="0" destOrd="0" presId="urn:microsoft.com/office/officeart/2005/8/layout/default"/>
    <dgm:cxn modelId="{FA03E835-614C-4A86-A825-0F0DA1BAD512}" type="presParOf" srcId="{A8A88069-573F-4603-89AF-61F01D4AA727}" destId="{D80F8220-B442-4F17-931A-A45F68EAEDC5}" srcOrd="1" destOrd="0" presId="urn:microsoft.com/office/officeart/2005/8/layout/default"/>
    <dgm:cxn modelId="{2428469C-DEFF-4BBA-BA50-97F7872E87FD}" type="presParOf" srcId="{A8A88069-573F-4603-89AF-61F01D4AA727}" destId="{26F8596F-9758-4365-8319-95E9CE17B7F7}" srcOrd="2" destOrd="0" presId="urn:microsoft.com/office/officeart/2005/8/layout/default"/>
    <dgm:cxn modelId="{75F0B766-35D8-4A09-A017-B452920E52D6}" type="presParOf" srcId="{A8A88069-573F-4603-89AF-61F01D4AA727}" destId="{88A152AC-3B15-4DEC-A9B0-CF7D588E6D75}" srcOrd="3" destOrd="0" presId="urn:microsoft.com/office/officeart/2005/8/layout/default"/>
    <dgm:cxn modelId="{904650B0-D267-4869-901D-D78FD0C2A213}" type="presParOf" srcId="{A8A88069-573F-4603-89AF-61F01D4AA727}" destId="{F5EFBDFB-A4F0-4611-8225-FBFF7169AC24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1307F-4609-4DA1-92E6-F1CD60E16F64}">
      <dsp:nvSpPr>
        <dsp:cNvPr id="0" name=""/>
        <dsp:cNvSpPr/>
      </dsp:nvSpPr>
      <dsp:spPr>
        <a:xfrm>
          <a:off x="2283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034362-D833-4994-9A93-0DFE286E66E4}">
      <dsp:nvSpPr>
        <dsp:cNvPr id="0" name=""/>
        <dsp:cNvSpPr/>
      </dsp:nvSpPr>
      <dsp:spPr>
        <a:xfrm>
          <a:off x="879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Cifrar</a:t>
          </a:r>
          <a:endParaRPr lang="en-US" sz="3600" kern="1200" dirty="0"/>
        </a:p>
      </dsp:txBody>
      <dsp:txXfrm>
        <a:off x="879840" y="1880202"/>
        <a:ext cx="4320000" cy="648000"/>
      </dsp:txXfrm>
    </dsp:sp>
    <dsp:sp modelId="{8F90CF00-E32C-47AD-82BA-2A1E06B29D64}">
      <dsp:nvSpPr>
        <dsp:cNvPr id="0" name=""/>
        <dsp:cNvSpPr/>
      </dsp:nvSpPr>
      <dsp:spPr>
        <a:xfrm>
          <a:off x="879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RSA sirve para cifrar y descifrar información.</a:t>
          </a:r>
          <a:endParaRPr lang="en-US" sz="1700" kern="1200" dirty="0"/>
        </a:p>
      </dsp:txBody>
      <dsp:txXfrm>
        <a:off x="879840" y="2594524"/>
        <a:ext cx="4320000" cy="947193"/>
      </dsp:txXfrm>
    </dsp:sp>
    <dsp:sp modelId="{40186866-01A9-4EC4-9412-6FAD4537D0B5}">
      <dsp:nvSpPr>
        <dsp:cNvPr id="0" name=""/>
        <dsp:cNvSpPr/>
      </dsp:nvSpPr>
      <dsp:spPr>
        <a:xfrm>
          <a:off x="7359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A7BA3-E739-4585-A022-5AD0058551A5}">
      <dsp:nvSpPr>
        <dsp:cNvPr id="0" name=""/>
        <dsp:cNvSpPr/>
      </dsp:nvSpPr>
      <dsp:spPr>
        <a:xfrm>
          <a:off x="5955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Firmar</a:t>
          </a:r>
          <a:endParaRPr lang="en-US" sz="3600" kern="1200" dirty="0"/>
        </a:p>
      </dsp:txBody>
      <dsp:txXfrm>
        <a:off x="5955840" y="1880202"/>
        <a:ext cx="4320000" cy="648000"/>
      </dsp:txXfrm>
    </dsp:sp>
    <dsp:sp modelId="{84105D38-168B-4EAC-95C3-C563665F908C}">
      <dsp:nvSpPr>
        <dsp:cNvPr id="0" name=""/>
        <dsp:cNvSpPr/>
      </dsp:nvSpPr>
      <dsp:spPr>
        <a:xfrm>
          <a:off x="5955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También si aplicamos la función con clave privada lo que hacemos es firmar la información para decir que nosotros hemos sido quien la ha emitido. </a:t>
          </a:r>
          <a:endParaRPr lang="en-US" sz="1700" kern="1200" dirty="0"/>
        </a:p>
      </dsp:txBody>
      <dsp:txXfrm>
        <a:off x="5955840" y="2594524"/>
        <a:ext cx="4320000" cy="94719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E4C01C-E3B4-400D-A145-5EDEB37F319B}">
      <dsp:nvSpPr>
        <dsp:cNvPr id="0" name=""/>
        <dsp:cNvSpPr/>
      </dsp:nvSpPr>
      <dsp:spPr>
        <a:xfrm>
          <a:off x="674391" y="200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Garantiza la integridad de la información.</a:t>
          </a:r>
        </a:p>
      </dsp:txBody>
      <dsp:txXfrm>
        <a:off x="674391" y="200"/>
        <a:ext cx="1901495" cy="1140897"/>
      </dsp:txXfrm>
    </dsp:sp>
    <dsp:sp modelId="{26F8596F-9758-4365-8319-95E9CE17B7F7}">
      <dsp:nvSpPr>
        <dsp:cNvPr id="0" name=""/>
        <dsp:cNvSpPr/>
      </dsp:nvSpPr>
      <dsp:spPr>
        <a:xfrm>
          <a:off x="2766036" y="200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Crea un identificador único de la información de tamaño fijo</a:t>
          </a:r>
        </a:p>
      </dsp:txBody>
      <dsp:txXfrm>
        <a:off x="2766036" y="200"/>
        <a:ext cx="1901495" cy="1140897"/>
      </dsp:txXfrm>
    </dsp:sp>
    <dsp:sp modelId="{F5EFBDFB-A4F0-4611-8225-FBFF7169AC24}">
      <dsp:nvSpPr>
        <dsp:cNvPr id="0" name=""/>
        <dsp:cNvSpPr/>
      </dsp:nvSpPr>
      <dsp:spPr>
        <a:xfrm>
          <a:off x="1720213" y="1331246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Ese identificador se usa para compararlo y de esa manera ver si dos informaciones son iguales o no</a:t>
          </a:r>
        </a:p>
      </dsp:txBody>
      <dsp:txXfrm>
        <a:off x="1720213" y="1331246"/>
        <a:ext cx="1901495" cy="11408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07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58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4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27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6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15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16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90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6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44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68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G8785ZEFuM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División de disciplinas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05998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518" y="79384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467615"/>
              </p:ext>
            </p:extLst>
          </p:nvPr>
        </p:nvGraphicFramePr>
        <p:xfrm>
          <a:off x="1013576" y="2293113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 </a:t>
                      </a:r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B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⊕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⊕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⊕ B ⊕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1284871" y="725488"/>
            <a:ext cx="9622258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B981B-269A-7AFA-9133-490D4C822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00</a:t>
            </a:r>
          </a:p>
        </p:txBody>
      </p:sp>
      <p:pic>
        <p:nvPicPr>
          <p:cNvPr id="5" name="Marcador de contenido 4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E54BC33F-F30F-A8A8-6C27-6AF06EF11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608" y="2578100"/>
            <a:ext cx="6697134" cy="3767138"/>
          </a:xfrm>
        </p:spPr>
      </p:pic>
      <p:pic>
        <p:nvPicPr>
          <p:cNvPr id="7" name="Imagen 6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33EBF84F-3EF6-9826-C536-C08122E2D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388"/>
            <a:ext cx="12192000" cy="662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857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XOR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pPr lvl="1"/>
            <a:r>
              <a:rPr lang="es-ES" dirty="0"/>
              <a:t>Todo el mundo posee tu clave pública y se utiliza de manera exclusiva para cifrar o firmar.</a:t>
            </a:r>
          </a:p>
          <a:p>
            <a:r>
              <a:rPr lang="es-ES" dirty="0"/>
              <a:t>Llave privada</a:t>
            </a:r>
          </a:p>
          <a:p>
            <a:pPr lvl="1"/>
            <a:r>
              <a:rPr lang="es-ES" dirty="0"/>
              <a:t>Solo la persona que es poseedora debe conocerla. Se utiliza para descifrar mensajes y para firmar datos.</a:t>
            </a:r>
          </a:p>
          <a:p>
            <a:r>
              <a:rPr lang="es-ES" dirty="0"/>
              <a:t>Función de no retorno</a:t>
            </a:r>
          </a:p>
          <a:p>
            <a:pPr lvl="1"/>
            <a:r>
              <a:rPr lang="es-ES" dirty="0"/>
              <a:t>No se puede hacer f</a:t>
            </a:r>
            <a:r>
              <a:rPr lang="es-ES" baseline="30000" dirty="0"/>
              <a:t>-1</a:t>
            </a:r>
            <a:r>
              <a:rPr lang="es-ES" dirty="0"/>
              <a:t>(M, publica) ya que es muy costoso computacionalmente y no es una función invertible.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EAC46-11F2-726D-0E7C-35D93C06C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¿Qué se puede hacer con RSA?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93EF80E-FE8A-389C-62B3-923F492230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060159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82321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43A095D5-2F90-1F50-0191-DE6C1BC947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44" y="725488"/>
            <a:ext cx="6573712" cy="6064250"/>
          </a:xfrm>
          <a:noFill/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504D661-B6A1-A009-A4D2-7B03969C1F13}"/>
              </a:ext>
            </a:extLst>
          </p:cNvPr>
          <p:cNvSpPr txBox="1"/>
          <p:nvPr/>
        </p:nvSpPr>
        <p:spPr>
          <a:xfrm flipH="1">
            <a:off x="447653" y="68262"/>
            <a:ext cx="6128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Cálculos de RSA</a:t>
            </a:r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AE07F04-8913-B4C8-DA55-05DDB4F9AF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5255" y="705390"/>
            <a:ext cx="6520698" cy="6064250"/>
          </a:xfrm>
          <a:prstGeom prst="rect">
            <a:avLst/>
          </a:prstGeom>
          <a:noFill/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CD7F1D-07E2-3903-DA96-6A1583CBE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510" y="705390"/>
            <a:ext cx="4487697" cy="615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042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63188C-DC00-7E93-7502-BCF0E04D0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27199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4.1Criptografía hibrida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2C875EA-5666-FA68-F422-39A771259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779" y="1549154"/>
            <a:ext cx="8911055" cy="5034746"/>
          </a:xfrm>
          <a:noFill/>
        </p:spPr>
      </p:pic>
    </p:spTree>
    <p:extLst>
      <p:ext uri="{BB962C8B-B14F-4D97-AF65-F5344CB8AC3E}">
        <p14:creationId xmlns:p14="http://schemas.microsoft.com/office/powerpoint/2010/main" val="2482235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F65CAF2A-CFFA-DDFA-5FA4-2799431A4A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676" y="725488"/>
            <a:ext cx="9820647" cy="6064250"/>
          </a:xfrm>
          <a:noFill/>
        </p:spPr>
      </p:pic>
    </p:spTree>
    <p:extLst>
      <p:ext uri="{BB962C8B-B14F-4D97-AF65-F5344CB8AC3E}">
        <p14:creationId xmlns:p14="http://schemas.microsoft.com/office/powerpoint/2010/main" val="1647228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540" y="1009867"/>
            <a:ext cx="11155680" cy="3767328"/>
          </a:xfrm>
        </p:spPr>
        <p:txBody>
          <a:bodyPr/>
          <a:lstStyle/>
          <a:p>
            <a:r>
              <a:rPr lang="es-ES" sz="2800" dirty="0"/>
              <a:t>Consiste en mezclar tanto </a:t>
            </a:r>
            <a:r>
              <a:rPr lang="es-ES" sz="2800" b="1" dirty="0"/>
              <a:t>criptografía asimétrica como simétrica</a:t>
            </a:r>
            <a:r>
              <a:rPr lang="es-ES" sz="2800" dirty="0"/>
              <a:t>.</a:t>
            </a:r>
          </a:p>
          <a:p>
            <a:r>
              <a:rPr lang="es-ES" sz="2800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CEB2A-DD61-6C28-F540-1FF565722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No se puede obtener la entrada con la salida</a:t>
            </a:r>
          </a:p>
        </p:txBody>
      </p:sp>
      <p:pic>
        <p:nvPicPr>
          <p:cNvPr id="14" name="Marcador de contenido 13" descr="Diagrama&#10;&#10;El contenido generado por IA puede ser incorrecto.">
            <a:extLst>
              <a:ext uri="{FF2B5EF4-FFF2-40B4-BE49-F238E27FC236}">
                <a16:creationId xmlns:a16="http://schemas.microsoft.com/office/drawing/2014/main" id="{539C6D86-AD17-4D8F-9460-2E94ABAD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278" y="3101381"/>
            <a:ext cx="8923793" cy="2720576"/>
          </a:xfrm>
        </p:spPr>
      </p:pic>
    </p:spTree>
    <p:extLst>
      <p:ext uri="{BB962C8B-B14F-4D97-AF65-F5344CB8AC3E}">
        <p14:creationId xmlns:p14="http://schemas.microsoft.com/office/powerpoint/2010/main" val="36057186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6970C-A2C4-1FDB-0D9C-DB8568CE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600" dirty="0"/>
              <a:t>¿Para que sirve una función hash?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D89BE-4F0D-A042-1E79-CA30FC8B5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966212"/>
            <a:ext cx="11155680" cy="3767328"/>
          </a:xfrm>
        </p:spPr>
        <p:txBody>
          <a:bodyPr/>
          <a:lstStyle/>
          <a:p>
            <a:r>
              <a:rPr lang="es-ES" dirty="0"/>
              <a:t>Una función hash sirve para </a:t>
            </a:r>
            <a:r>
              <a:rPr lang="es-ES" b="1" dirty="0"/>
              <a:t>convertir cualquier información en una huella digital única</a:t>
            </a:r>
            <a:r>
              <a:rPr lang="es-ES" dirty="0"/>
              <a:t>, de tamaño fijo.</a:t>
            </a:r>
            <a:br>
              <a:rPr lang="es-ES" dirty="0"/>
            </a:br>
            <a:r>
              <a:rPr lang="es-ES" dirty="0"/>
              <a:t>Se usa para </a:t>
            </a:r>
            <a:r>
              <a:rPr lang="es-ES" b="1" dirty="0"/>
              <a:t>verificar la integridad</a:t>
            </a:r>
            <a:r>
              <a:rPr lang="es-ES" dirty="0"/>
              <a:t> de los datos, asegurarse de que </a:t>
            </a:r>
            <a:r>
              <a:rPr lang="es-ES" b="1" dirty="0"/>
              <a:t>no fueron modificados</a:t>
            </a:r>
            <a:r>
              <a:rPr lang="es-ES" dirty="0"/>
              <a:t>.</a:t>
            </a:r>
          </a:p>
          <a:p>
            <a:r>
              <a:rPr lang="es-ES" dirty="0"/>
              <a:t>Su uso no es exclusivo de la criptografía, pero en esta disciplina se emplea para garantizar la integridad de los datos.</a:t>
            </a:r>
          </a:p>
          <a:p>
            <a:endParaRPr lang="es-ES" dirty="0"/>
          </a:p>
          <a:p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14735A8-EF4C-D679-6CA1-9205B5F601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8234213"/>
              </p:ext>
            </p:extLst>
          </p:nvPr>
        </p:nvGraphicFramePr>
        <p:xfrm>
          <a:off x="966598" y="3665989"/>
          <a:ext cx="5341923" cy="24723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656223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>
            <a:normAutofit/>
          </a:bodyPr>
          <a:lstStyle/>
          <a:p>
            <a:r>
              <a:rPr lang="es-ES" dirty="0"/>
              <a:t>Función hash no biyectiva (en la mayoría de las ocasiones).</a:t>
            </a:r>
          </a:p>
          <a:p>
            <a:r>
              <a:rPr lang="es-ES" dirty="0"/>
              <a:t>Identificación de información.</a:t>
            </a:r>
          </a:p>
          <a:p>
            <a:r>
              <a:rPr lang="es-ES" dirty="0"/>
              <a:t>Colisiones de HASH.</a:t>
            </a:r>
          </a:p>
          <a:p>
            <a:endParaRPr lang="es-ES" dirty="0"/>
          </a:p>
          <a:p>
            <a:endParaRPr lang="es-ES" dirty="0"/>
          </a:p>
        </p:txBody>
      </p:sp>
      <p:pic>
        <p:nvPicPr>
          <p:cNvPr id="5" name="Imagen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389856F-A88D-7B72-CF36-5604CB05D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672" y="2951112"/>
            <a:ext cx="5166360" cy="302232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FFC67E9-EA48-09B8-51FD-553718B9C5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8660" y="725488"/>
            <a:ext cx="7774679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7995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78D6E6C-48C7-C0EC-F19B-EB8C0EA79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4935" y="725488"/>
            <a:ext cx="10322130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7286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rmAutofit/>
          </a:bodyPr>
          <a:lstStyle/>
          <a:p>
            <a:r>
              <a:rPr lang="es-ES" dirty="0"/>
              <a:t>SHA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2552447A-615E-27B1-DBC4-089FC0914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0031" y="2278156"/>
            <a:ext cx="6186001" cy="3324975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0592" y="2208276"/>
            <a:ext cx="5020056" cy="2770632"/>
          </a:xfrm>
        </p:spPr>
        <p:txBody>
          <a:bodyPr>
            <a:normAutofit/>
          </a:bodyPr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SHA-256.</a:t>
            </a:r>
          </a:p>
          <a:p>
            <a:r>
              <a:rPr lang="es-ES" dirty="0">
                <a:hlinkClick r:id="rId3"/>
              </a:rPr>
              <a:t>https://www.youtube.com/watch?v=pG8785ZEFuM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3CF537-3A50-2CE6-6FB8-B588F10E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Algunas funciones del hash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3332BE2-73E2-4B41-75C4-9B7D68520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953919"/>
            <a:ext cx="11155680" cy="3767328"/>
          </a:xfrm>
        </p:spPr>
        <p:txBody>
          <a:bodyPr/>
          <a:lstStyle/>
          <a:p>
            <a:r>
              <a:rPr lang="es-ES" dirty="0"/>
              <a:t>Búsqueda rápida por indexación.  </a:t>
            </a:r>
          </a:p>
          <a:p>
            <a:pPr lvl="1"/>
            <a:r>
              <a:rPr lang="es-ES" dirty="0"/>
              <a:t>En vez de comparar archivos enteros se comparan solo los hashes de los archivos.</a:t>
            </a:r>
          </a:p>
          <a:p>
            <a:r>
              <a:rPr lang="es-ES" dirty="0"/>
              <a:t>Detección de elementos duplicados. </a:t>
            </a:r>
          </a:p>
          <a:p>
            <a:pPr lvl="1"/>
            <a:r>
              <a:rPr lang="es-ES" dirty="0"/>
              <a:t>Al comparar el hash de un archivo y otro puedes saber si son o no idénticos.</a:t>
            </a:r>
          </a:p>
          <a:p>
            <a:r>
              <a:rPr lang="es-ES" dirty="0"/>
              <a:t>Integridad de la información.</a:t>
            </a:r>
          </a:p>
          <a:p>
            <a:pPr lvl="1"/>
            <a:r>
              <a:rPr lang="es-ES" dirty="0"/>
              <a:t>Si guardas el hash de un archivo puedes saber si ha sido o no modificado mirando el hash.</a:t>
            </a:r>
          </a:p>
          <a:p>
            <a:r>
              <a:rPr lang="es-ES" dirty="0"/>
              <a:t>Integración y verificación de datos. </a:t>
            </a:r>
          </a:p>
          <a:p>
            <a:pPr lvl="1"/>
            <a:r>
              <a:rPr lang="es-ES" dirty="0"/>
              <a:t>Nuevamente, con el hash puedes ver si el archivo ha sido o no modificado.</a:t>
            </a:r>
          </a:p>
          <a:p>
            <a:r>
              <a:rPr lang="es-ES" dirty="0"/>
              <a:t>Medida preventiva al filtrado de bases de datos.</a:t>
            </a:r>
          </a:p>
          <a:p>
            <a:pPr lvl="1"/>
            <a:r>
              <a:rPr lang="es-ES" dirty="0"/>
              <a:t>Si guardas información que solo necesitas </a:t>
            </a:r>
            <a:r>
              <a:rPr lang="es-ES" dirty="0" err="1"/>
              <a:t>checkear</a:t>
            </a:r>
            <a:r>
              <a:rPr lang="es-ES" dirty="0"/>
              <a:t> con un hash entonces no se revela.</a:t>
            </a:r>
          </a:p>
        </p:txBody>
      </p:sp>
    </p:spTree>
    <p:extLst>
      <p:ext uri="{BB962C8B-B14F-4D97-AF65-F5344CB8AC3E}">
        <p14:creationId xmlns:p14="http://schemas.microsoft.com/office/powerpoint/2010/main" val="3039251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11155680" cy="1759928"/>
          </a:xfrm>
        </p:spPr>
        <p:txBody>
          <a:bodyPr/>
          <a:lstStyle/>
          <a:p>
            <a:r>
              <a:rPr lang="es-ES" dirty="0"/>
              <a:t>Si hay una filtración los datos sensibles no quedan expuestos como texto en claro, pero sigue siendo un problema grave.</a:t>
            </a:r>
          </a:p>
          <a:p>
            <a:r>
              <a:rPr lang="es-ES" dirty="0"/>
              <a:t>También se pueden poner </a:t>
            </a:r>
            <a:r>
              <a:rPr lang="es-ES" dirty="0" err="1"/>
              <a:t>honeypots</a:t>
            </a:r>
            <a:r>
              <a:rPr lang="es-ES" dirty="0"/>
              <a:t> con cuentas inexistentes para que si hay un inicio de sesión salte una alerta.</a:t>
            </a:r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AF768-BBCE-1406-F840-23F40FDF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Problemas con el prompt </a:t>
            </a:r>
            <a:r>
              <a:rPr lang="es-ES" dirty="0" err="1"/>
              <a:t>inyection</a:t>
            </a:r>
            <a:r>
              <a:rPr lang="es-ES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206F3AA-E36F-0493-4B69-4144E4B3F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452" y="2578100"/>
            <a:ext cx="8245445" cy="3767138"/>
          </a:xfrm>
        </p:spPr>
      </p:pic>
    </p:spTree>
    <p:extLst>
      <p:ext uri="{BB962C8B-B14F-4D97-AF65-F5344CB8AC3E}">
        <p14:creationId xmlns:p14="http://schemas.microsoft.com/office/powerpoint/2010/main" val="37877848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F19A0B-2C61-2FCE-2FFF-CD1C469F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Métodos para las 5 claves de la protección de los datos.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23C4CB1D-72D4-C79C-5BCA-DD00F2CEE0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3063354"/>
              </p:ext>
            </p:extLst>
          </p:nvPr>
        </p:nvGraphicFramePr>
        <p:xfrm>
          <a:off x="520700" y="2578100"/>
          <a:ext cx="111569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8475">
                  <a:extLst>
                    <a:ext uri="{9D8B030D-6E8A-4147-A177-3AD203B41FA5}">
                      <a16:colId xmlns:a16="http://schemas.microsoft.com/office/drawing/2014/main" val="1432782465"/>
                    </a:ext>
                  </a:extLst>
                </a:gridCol>
                <a:gridCol w="5578475">
                  <a:extLst>
                    <a:ext uri="{9D8B030D-6E8A-4147-A177-3AD203B41FA5}">
                      <a16:colId xmlns:a16="http://schemas.microsoft.com/office/drawing/2014/main" val="10156609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s-ES" dirty="0"/>
                        <a:t>FIN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PROTOCOLO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4290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Confidencialidad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0" dirty="0"/>
                        <a:t>AES, DES, 3DES, ChaCha20, RSA</a:t>
                      </a:r>
                      <a:r>
                        <a:rPr lang="es-ES" b="0" dirty="0"/>
                        <a:t>…</a:t>
                      </a:r>
                      <a:endParaRPr lang="fr-FR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334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Integridad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dirty="0"/>
                        <a:t>SHA-2 SHA-3 MD5 HMAC SHA-256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161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RSA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983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Autorización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RSA ECC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512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No repudio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Firmas digitales (RSA, DSA, ECDSA), certificados digitales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983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45670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2" id="{C27C5EA2-A0D4-4A7D-9948-A5D4483D91AA}" vid="{C792E98A-C0F2-4F11-8D07-235B91C5079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3526</TotalTime>
  <Words>1573</Words>
  <Application>Microsoft Office PowerPoint</Application>
  <PresentationFormat>Panorámica</PresentationFormat>
  <Paragraphs>188</Paragraphs>
  <Slides>47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47</vt:i4>
      </vt:variant>
    </vt:vector>
  </HeadingPairs>
  <TitlesOfParts>
    <vt:vector size="50" baseType="lpstr">
      <vt:lpstr>Arial</vt:lpstr>
      <vt:lpstr>Bierstadt</vt:lpstr>
      <vt:lpstr>Tema2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00</vt:lpstr>
      <vt:lpstr>Procesos de AES</vt:lpstr>
      <vt:lpstr>4. Criptografía asimétrica</vt:lpstr>
      <vt:lpstr>Conceptos clave para RSA</vt:lpstr>
      <vt:lpstr>RSA funcionamiento del cifrado asimétrico</vt:lpstr>
      <vt:lpstr>¿Qué se puede hacer con RSA?</vt:lpstr>
      <vt:lpstr>Presentación de PowerPoint</vt:lpstr>
      <vt:lpstr>Presentación de PowerPoint</vt:lpstr>
      <vt:lpstr>4.1Criptografía hibrida</vt:lpstr>
      <vt:lpstr>Presentación de PowerPoint</vt:lpstr>
      <vt:lpstr>Presentación de PowerPoint</vt:lpstr>
      <vt:lpstr>5. Funciones Hash</vt:lpstr>
      <vt:lpstr>No se puede obtener la entrada con la salida</vt:lpstr>
      <vt:lpstr>¿Para que sirve una función hash?</vt:lpstr>
      <vt:lpstr>Conceptos clave</vt:lpstr>
      <vt:lpstr>Presentación de PowerPoint</vt:lpstr>
      <vt:lpstr>Presentación de PowerPoint</vt:lpstr>
      <vt:lpstr>SHA</vt:lpstr>
      <vt:lpstr>Algunas funciones del hash</vt:lpstr>
      <vt:lpstr>¿Por qué es buena práctica cifrar la base de datos?</vt:lpstr>
      <vt:lpstr>Problemas con el prompt inyection.</vt:lpstr>
      <vt:lpstr>Métodos para las 5 claves de la protección de los datos.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46</cp:revision>
  <dcterms:created xsi:type="dcterms:W3CDTF">2025-10-08T12:18:35Z</dcterms:created>
  <dcterms:modified xsi:type="dcterms:W3CDTF">2025-11-09T22:18:08Z</dcterms:modified>
</cp:coreProperties>
</file>