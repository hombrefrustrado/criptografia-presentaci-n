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64" r:id="rId19"/>
    <p:sldId id="271" r:id="rId20"/>
    <p:sldId id="277" r:id="rId21"/>
    <p:sldId id="278" r:id="rId22"/>
    <p:sldId id="272" r:id="rId23"/>
    <p:sldId id="275" r:id="rId24"/>
    <p:sldId id="283" r:id="rId25"/>
    <p:sldId id="284" r:id="rId26"/>
    <p:sldId id="279" r:id="rId27"/>
    <p:sldId id="273" r:id="rId28"/>
    <p:sldId id="276" r:id="rId29"/>
    <p:sldId id="274" r:id="rId3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D993B67-B540-48C9-AABE-846C21DDAC7C}" type="presOf" srcId="{B52B834A-C645-4CB4-ADEC-974753BAF28A}" destId="{A67F11BA-1796-4316-98C3-724AD5471026}" srcOrd="0" destOrd="0" presId="urn:microsoft.com/office/officeart/2018/2/layout/IconVerticalSolidList"/>
    <dgm:cxn modelId="{4F1A0B57-405D-443D-A21D-A6D5572DFCEC}" type="presOf" srcId="{224F3E83-F8DE-430C-80E5-E7D5D8F28CE8}" destId="{545CC187-B9C9-4AE4-AE57-7E5B3F46457A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42B77798-586F-4A1B-A377-49FF591CFC9A}" type="presOf" srcId="{034D43D0-4238-426B-8E1A-6CB5933FB4E4}" destId="{3DA01918-BB0B-46A2-8119-8A98EE7CE572}" srcOrd="0" destOrd="0" presId="urn:microsoft.com/office/officeart/2018/2/layout/IconVerticalSolidList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2EFED5DC-B342-43CA-BA55-11678BF3250C}" type="presOf" srcId="{607301D3-A943-45B1-B135-A655F66DD96E}" destId="{DA0506CA-A687-40BD-B2C1-C7C957EDB38E}" srcOrd="0" destOrd="0" presId="urn:microsoft.com/office/officeart/2018/2/layout/IconVerticalSolidList"/>
    <dgm:cxn modelId="{7511C23E-13A8-4110-9518-51CA2347D7BB}" type="presParOf" srcId="{545CC187-B9C9-4AE4-AE57-7E5B3F46457A}" destId="{1E06D0C2-9071-4EBD-9848-0F2668FDA991}" srcOrd="0" destOrd="0" presId="urn:microsoft.com/office/officeart/2018/2/layout/IconVerticalSolidList"/>
    <dgm:cxn modelId="{CE8EA887-546A-4445-9831-6D9630AEFA11}" type="presParOf" srcId="{1E06D0C2-9071-4EBD-9848-0F2668FDA991}" destId="{C98B24A0-8585-4B6C-8CB4-DE6C09CB7557}" srcOrd="0" destOrd="0" presId="urn:microsoft.com/office/officeart/2018/2/layout/IconVerticalSolidList"/>
    <dgm:cxn modelId="{74FA488A-6E1C-44CB-A505-9FB2EA874D80}" type="presParOf" srcId="{1E06D0C2-9071-4EBD-9848-0F2668FDA991}" destId="{F76BB03D-0314-4E66-8DFD-6175354527B3}" srcOrd="1" destOrd="0" presId="urn:microsoft.com/office/officeart/2018/2/layout/IconVerticalSolidList"/>
    <dgm:cxn modelId="{A29CE7FD-F406-48DE-AB7D-BDF05A2A033E}" type="presParOf" srcId="{1E06D0C2-9071-4EBD-9848-0F2668FDA991}" destId="{AAA5EE3A-43D5-48D3-AFD1-7438C38DA3D7}" srcOrd="2" destOrd="0" presId="urn:microsoft.com/office/officeart/2018/2/layout/IconVerticalSolidList"/>
    <dgm:cxn modelId="{29A18877-292B-407C-ABC8-485EF87473E3}" type="presParOf" srcId="{1E06D0C2-9071-4EBD-9848-0F2668FDA991}" destId="{3DA01918-BB0B-46A2-8119-8A98EE7CE572}" srcOrd="3" destOrd="0" presId="urn:microsoft.com/office/officeart/2018/2/layout/IconVerticalSolidList"/>
    <dgm:cxn modelId="{E1D5E792-7A0B-483B-A206-314F76D26A25}" type="presParOf" srcId="{545CC187-B9C9-4AE4-AE57-7E5B3F46457A}" destId="{2E4DFBDB-F17A-44D8-BD72-15E1105BF85C}" srcOrd="1" destOrd="0" presId="urn:microsoft.com/office/officeart/2018/2/layout/IconVerticalSolidList"/>
    <dgm:cxn modelId="{417D3FB2-2643-4FDA-9E5F-4FF72C86A28E}" type="presParOf" srcId="{545CC187-B9C9-4AE4-AE57-7E5B3F46457A}" destId="{6B8BD792-1A64-4A42-BC02-F1D28EEA1E90}" srcOrd="2" destOrd="0" presId="urn:microsoft.com/office/officeart/2018/2/layout/IconVerticalSolidList"/>
    <dgm:cxn modelId="{0D891C03-E2B6-4C58-A1F3-EC80C71917C3}" type="presParOf" srcId="{6B8BD792-1A64-4A42-BC02-F1D28EEA1E90}" destId="{6A6CC891-D06F-4590-A4A6-99FEAA95F274}" srcOrd="0" destOrd="0" presId="urn:microsoft.com/office/officeart/2018/2/layout/IconVerticalSolidList"/>
    <dgm:cxn modelId="{254422D8-4A56-420F-B552-8F6283596670}" type="presParOf" srcId="{6B8BD792-1A64-4A42-BC02-F1D28EEA1E90}" destId="{D0A11E2A-EA85-4EF4-B7A5-FF13665C72A1}" srcOrd="1" destOrd="0" presId="urn:microsoft.com/office/officeart/2018/2/layout/IconVerticalSolidList"/>
    <dgm:cxn modelId="{74D96357-D9FE-4B20-A316-30185A23F7AF}" type="presParOf" srcId="{6B8BD792-1A64-4A42-BC02-F1D28EEA1E90}" destId="{3B3C17F8-8F98-4658-8982-CE8BFF8F1F17}" srcOrd="2" destOrd="0" presId="urn:microsoft.com/office/officeart/2018/2/layout/IconVerticalSolidList"/>
    <dgm:cxn modelId="{CAE248BF-8099-4D02-93A4-DEBAFC002511}" type="presParOf" srcId="{6B8BD792-1A64-4A42-BC02-F1D28EEA1E90}" destId="{DA0506CA-A687-40BD-B2C1-C7C957EDB38E}" srcOrd="3" destOrd="0" presId="urn:microsoft.com/office/officeart/2018/2/layout/IconVerticalSolidList"/>
    <dgm:cxn modelId="{606BBBBF-8D0E-4041-BE80-E45FC5843BD5}" type="presParOf" srcId="{545CC187-B9C9-4AE4-AE57-7E5B3F46457A}" destId="{69766A47-6702-4436-9AAD-5284ABF9C117}" srcOrd="3" destOrd="0" presId="urn:microsoft.com/office/officeart/2018/2/layout/IconVerticalSolidList"/>
    <dgm:cxn modelId="{2EDFA435-4FA2-45FB-87F1-2B3FCE732A9D}" type="presParOf" srcId="{545CC187-B9C9-4AE4-AE57-7E5B3F46457A}" destId="{8C836CE9-B0E9-4C93-B51D-8E3473404483}" srcOrd="4" destOrd="0" presId="urn:microsoft.com/office/officeart/2018/2/layout/IconVerticalSolidList"/>
    <dgm:cxn modelId="{81063168-2909-4A48-A25E-BE269CDC1930}" type="presParOf" srcId="{8C836CE9-B0E9-4C93-B51D-8E3473404483}" destId="{E4C30A4B-8722-4AAC-91B5-217193B4B05F}" srcOrd="0" destOrd="0" presId="urn:microsoft.com/office/officeart/2018/2/layout/IconVerticalSolidList"/>
    <dgm:cxn modelId="{B2FB05C2-1AE3-4A9E-9A72-4694CD504430}" type="presParOf" srcId="{8C836CE9-B0E9-4C93-B51D-8E3473404483}" destId="{1522CA61-73E4-4050-9AAE-81C929CB1834}" srcOrd="1" destOrd="0" presId="urn:microsoft.com/office/officeart/2018/2/layout/IconVerticalSolidList"/>
    <dgm:cxn modelId="{25054112-F786-493F-8E7F-3E17305DF539}" type="presParOf" srcId="{8C836CE9-B0E9-4C93-B51D-8E3473404483}" destId="{B1011C1F-B283-4DBE-B153-E9FCAEA803D8}" srcOrd="2" destOrd="0" presId="urn:microsoft.com/office/officeart/2018/2/layout/IconVerticalSolidList"/>
    <dgm:cxn modelId="{9A3EF968-E103-442F-85F5-AA6F4502F7E2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8259FD-5BFB-4A58-8EB8-4C7874ADDA6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053CA9E9-235C-41A5-9812-F509C6C0EF0E}">
      <dgm:prSet phldrT="[Texto]"/>
      <dgm:spPr/>
      <dgm:t>
        <a:bodyPr/>
        <a:lstStyle/>
        <a:p>
          <a:r>
            <a:rPr lang="es-ES" dirty="0"/>
            <a:t>Criptografía clásica</a:t>
          </a:r>
        </a:p>
      </dgm:t>
    </dgm:pt>
    <dgm:pt modelId="{D626C592-C2C4-4B04-9F76-B4C859EC6B38}" type="parTrans" cxnId="{BE54072B-4CE1-4907-8A69-ED1B37DA044F}">
      <dgm:prSet/>
      <dgm:spPr/>
      <dgm:t>
        <a:bodyPr/>
        <a:lstStyle/>
        <a:p>
          <a:endParaRPr lang="es-ES"/>
        </a:p>
      </dgm:t>
    </dgm:pt>
    <dgm:pt modelId="{5EA1AB75-2129-42A0-96F1-ADECF752114A}" type="sibTrans" cxnId="{BE54072B-4CE1-4907-8A69-ED1B37DA044F}">
      <dgm:prSet/>
      <dgm:spPr/>
      <dgm:t>
        <a:bodyPr/>
        <a:lstStyle/>
        <a:p>
          <a:endParaRPr lang="es-ES"/>
        </a:p>
      </dgm:t>
    </dgm:pt>
    <dgm:pt modelId="{9F6BE530-C5D9-49CC-B46E-3FAA77058661}">
      <dgm:prSet phldrT="[Texto]"/>
      <dgm:spPr/>
      <dgm:t>
        <a:bodyPr/>
        <a:lstStyle/>
        <a:p>
          <a:r>
            <a:rPr lang="es-ES" dirty="0"/>
            <a:t>Criptografía moderna</a:t>
          </a:r>
        </a:p>
      </dgm:t>
    </dgm:pt>
    <dgm:pt modelId="{6F5BC19D-B668-4C40-9AD7-CB3B83C168A6}" type="parTrans" cxnId="{219D204C-5149-4440-BAFB-2A2D14DB80D3}">
      <dgm:prSet/>
      <dgm:spPr/>
      <dgm:t>
        <a:bodyPr/>
        <a:lstStyle/>
        <a:p>
          <a:endParaRPr lang="es-ES"/>
        </a:p>
      </dgm:t>
    </dgm:pt>
    <dgm:pt modelId="{82CC9953-E3E5-4B28-BD4E-DCCCBB94AD54}" type="sibTrans" cxnId="{219D204C-5149-4440-BAFB-2A2D14DB80D3}">
      <dgm:prSet/>
      <dgm:spPr/>
      <dgm:t>
        <a:bodyPr/>
        <a:lstStyle/>
        <a:p>
          <a:endParaRPr lang="es-ES"/>
        </a:p>
      </dgm:t>
    </dgm:pt>
    <dgm:pt modelId="{EFCBD5E2-9295-426D-BE96-F4202C9CF6A6}" type="pres">
      <dgm:prSet presAssocID="{338259FD-5BFB-4A58-8EB8-4C7874ADDA6E}" presName="Name0" presStyleCnt="0">
        <dgm:presLayoutVars>
          <dgm:dir/>
          <dgm:resizeHandles val="exact"/>
        </dgm:presLayoutVars>
      </dgm:prSet>
      <dgm:spPr/>
    </dgm:pt>
    <dgm:pt modelId="{82630489-97E5-4352-BEBB-720EE825AC5C}" type="pres">
      <dgm:prSet presAssocID="{053CA9E9-235C-41A5-9812-F509C6C0EF0E}" presName="node" presStyleLbl="node1" presStyleIdx="0" presStyleCnt="2">
        <dgm:presLayoutVars>
          <dgm:bulletEnabled val="1"/>
        </dgm:presLayoutVars>
      </dgm:prSet>
      <dgm:spPr/>
    </dgm:pt>
    <dgm:pt modelId="{D827F30C-80BD-47A5-8441-C6E99E7C08CF}" type="pres">
      <dgm:prSet presAssocID="{5EA1AB75-2129-42A0-96F1-ADECF752114A}" presName="sibTrans" presStyleLbl="sibTrans2D1" presStyleIdx="0" presStyleCnt="1"/>
      <dgm:spPr/>
    </dgm:pt>
    <dgm:pt modelId="{BA1A81ED-89FA-485A-B89F-093C23D8D447}" type="pres">
      <dgm:prSet presAssocID="{5EA1AB75-2129-42A0-96F1-ADECF752114A}" presName="connectorText" presStyleLbl="sibTrans2D1" presStyleIdx="0" presStyleCnt="1"/>
      <dgm:spPr/>
    </dgm:pt>
    <dgm:pt modelId="{7DB94089-4E1C-46C1-9046-B41A7932C7DE}" type="pres">
      <dgm:prSet presAssocID="{9F6BE530-C5D9-49CC-B46E-3FAA77058661}" presName="node" presStyleLbl="node1" presStyleIdx="1" presStyleCnt="2">
        <dgm:presLayoutVars>
          <dgm:bulletEnabled val="1"/>
        </dgm:presLayoutVars>
      </dgm:prSet>
      <dgm:spPr/>
    </dgm:pt>
  </dgm:ptLst>
  <dgm:cxnLst>
    <dgm:cxn modelId="{78C61B10-45AE-4E64-9379-AF08C302499E}" type="presOf" srcId="{053CA9E9-235C-41A5-9812-F509C6C0EF0E}" destId="{82630489-97E5-4352-BEBB-720EE825AC5C}" srcOrd="0" destOrd="0" presId="urn:microsoft.com/office/officeart/2005/8/layout/process1"/>
    <dgm:cxn modelId="{BE54072B-4CE1-4907-8A69-ED1B37DA044F}" srcId="{338259FD-5BFB-4A58-8EB8-4C7874ADDA6E}" destId="{053CA9E9-235C-41A5-9812-F509C6C0EF0E}" srcOrd="0" destOrd="0" parTransId="{D626C592-C2C4-4B04-9F76-B4C859EC6B38}" sibTransId="{5EA1AB75-2129-42A0-96F1-ADECF752114A}"/>
    <dgm:cxn modelId="{8715682C-7D71-4687-871C-896C00F45665}" type="presOf" srcId="{338259FD-5BFB-4A58-8EB8-4C7874ADDA6E}" destId="{EFCBD5E2-9295-426D-BE96-F4202C9CF6A6}" srcOrd="0" destOrd="0" presId="urn:microsoft.com/office/officeart/2005/8/layout/process1"/>
    <dgm:cxn modelId="{219D204C-5149-4440-BAFB-2A2D14DB80D3}" srcId="{338259FD-5BFB-4A58-8EB8-4C7874ADDA6E}" destId="{9F6BE530-C5D9-49CC-B46E-3FAA77058661}" srcOrd="1" destOrd="0" parTransId="{6F5BC19D-B668-4C40-9AD7-CB3B83C168A6}" sibTransId="{82CC9953-E3E5-4B28-BD4E-DCCCBB94AD54}"/>
    <dgm:cxn modelId="{3E495CA9-EFAC-4068-91A6-7498252BCC6C}" type="presOf" srcId="{5EA1AB75-2129-42A0-96F1-ADECF752114A}" destId="{D827F30C-80BD-47A5-8441-C6E99E7C08CF}" srcOrd="0" destOrd="0" presId="urn:microsoft.com/office/officeart/2005/8/layout/process1"/>
    <dgm:cxn modelId="{7D5CF6B2-1027-4DB2-B122-A4312862B09D}" type="presOf" srcId="{9F6BE530-C5D9-49CC-B46E-3FAA77058661}" destId="{7DB94089-4E1C-46C1-9046-B41A7932C7DE}" srcOrd="0" destOrd="0" presId="urn:microsoft.com/office/officeart/2005/8/layout/process1"/>
    <dgm:cxn modelId="{99C7F8C4-1DF2-4310-9BAA-944D64E3DDB2}" type="presOf" srcId="{5EA1AB75-2129-42A0-96F1-ADECF752114A}" destId="{BA1A81ED-89FA-485A-B89F-093C23D8D447}" srcOrd="1" destOrd="0" presId="urn:microsoft.com/office/officeart/2005/8/layout/process1"/>
    <dgm:cxn modelId="{9985AF1E-FF54-4E15-8CF8-75175EFBD0A4}" type="presParOf" srcId="{EFCBD5E2-9295-426D-BE96-F4202C9CF6A6}" destId="{82630489-97E5-4352-BEBB-720EE825AC5C}" srcOrd="0" destOrd="0" presId="urn:microsoft.com/office/officeart/2005/8/layout/process1"/>
    <dgm:cxn modelId="{0755FFE9-5291-49A0-849F-8C7849774A5B}" type="presParOf" srcId="{EFCBD5E2-9295-426D-BE96-F4202C9CF6A6}" destId="{D827F30C-80BD-47A5-8441-C6E99E7C08CF}" srcOrd="1" destOrd="0" presId="urn:microsoft.com/office/officeart/2005/8/layout/process1"/>
    <dgm:cxn modelId="{6BDB4567-B09D-4C3E-A36B-EAFEDA2E7DC5}" type="presParOf" srcId="{D827F30C-80BD-47A5-8441-C6E99E7C08CF}" destId="{BA1A81ED-89FA-485A-B89F-093C23D8D447}" srcOrd="0" destOrd="0" presId="urn:microsoft.com/office/officeart/2005/8/layout/process1"/>
    <dgm:cxn modelId="{0FD408ED-94FA-49E8-AD18-50A685617012}" type="presParOf" srcId="{EFCBD5E2-9295-426D-BE96-F4202C9CF6A6}" destId="{7DB94089-4E1C-46C1-9046-B41A7932C7DE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25" y="242586"/>
          <a:ext cx="591864" cy="5918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914" y="459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Criptografía: se encargada de diseñar métodos de proteger información.</a:t>
          </a:r>
          <a:endParaRPr lang="en-US" sz="2500" kern="1200" dirty="0"/>
        </a:p>
      </dsp:txBody>
      <dsp:txXfrm>
        <a:off x="1242914" y="459"/>
        <a:ext cx="9912765" cy="1076116"/>
      </dsp:txXfrm>
    </dsp:sp>
    <dsp:sp modelId="{6A6CC891-D06F-4590-A4A6-99FEAA95F274}">
      <dsp:nvSpPr>
        <dsp:cNvPr id="0" name=""/>
        <dsp:cNvSpPr/>
      </dsp:nvSpPr>
      <dsp:spPr>
        <a:xfrm>
          <a:off x="0" y="1345605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25" y="1587731"/>
          <a:ext cx="591864" cy="5918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914" y="1345605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Criptoanálisis: se encarga de romper los métodos criptográficos.</a:t>
          </a:r>
          <a:endParaRPr lang="en-US" sz="2500" kern="1200" dirty="0"/>
        </a:p>
      </dsp:txBody>
      <dsp:txXfrm>
        <a:off x="1242914" y="1345605"/>
        <a:ext cx="9912765" cy="1076116"/>
      </dsp:txXfrm>
    </dsp:sp>
    <dsp:sp modelId="{E4C30A4B-8722-4AAC-91B5-217193B4B05F}">
      <dsp:nvSpPr>
        <dsp:cNvPr id="0" name=""/>
        <dsp:cNvSpPr/>
      </dsp:nvSpPr>
      <dsp:spPr>
        <a:xfrm>
          <a:off x="0" y="2690751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25" y="2932877"/>
          <a:ext cx="591864" cy="5918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914" y="2690751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Criptología: Es la combinación de la criptografía y el criptoanálisis.</a:t>
          </a:r>
          <a:endParaRPr lang="en-US" sz="2500" kern="1200" dirty="0"/>
        </a:p>
      </dsp:txBody>
      <dsp:txXfrm>
        <a:off x="1242914" y="2690751"/>
        <a:ext cx="9912765" cy="10761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630489-97E5-4352-BEBB-720EE825AC5C}">
      <dsp:nvSpPr>
        <dsp:cNvPr id="0" name=""/>
        <dsp:cNvSpPr/>
      </dsp:nvSpPr>
      <dsp:spPr>
        <a:xfrm>
          <a:off x="2179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clásica</a:t>
          </a:r>
        </a:p>
      </dsp:txBody>
      <dsp:txXfrm>
        <a:off x="83841" y="571157"/>
        <a:ext cx="4483589" cy="2624823"/>
      </dsp:txXfrm>
    </dsp:sp>
    <dsp:sp modelId="{D827F30C-80BD-47A5-8441-C6E99E7C08CF}">
      <dsp:nvSpPr>
        <dsp:cNvPr id="0" name=""/>
        <dsp:cNvSpPr/>
      </dsp:nvSpPr>
      <dsp:spPr>
        <a:xfrm>
          <a:off x="5113783" y="1307351"/>
          <a:ext cx="985145" cy="115243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4900" kern="1200"/>
        </a:p>
      </dsp:txBody>
      <dsp:txXfrm>
        <a:off x="5113783" y="1537838"/>
        <a:ext cx="689602" cy="691460"/>
      </dsp:txXfrm>
    </dsp:sp>
    <dsp:sp modelId="{7DB94089-4E1C-46C1-9046-B41A7932C7DE}">
      <dsp:nvSpPr>
        <dsp:cNvPr id="0" name=""/>
        <dsp:cNvSpPr/>
      </dsp:nvSpPr>
      <dsp:spPr>
        <a:xfrm>
          <a:off x="6507857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moderna</a:t>
          </a:r>
        </a:p>
      </dsp:txBody>
      <dsp:txXfrm>
        <a:off x="6589519" y="571157"/>
        <a:ext cx="4483589" cy="2624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3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4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96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6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5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ngee.com/tutoriales/cuales-son-las-dos-funciones-de-hash-comunes/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División de disciplinas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773381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1F0C179-4DBF-6AB9-CD0B-9224A0C88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D1E88-6575-7036-6FCA-56DFE9894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Máquina enigma.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9D00EB7-A85B-9D6A-3780-B5BCE505A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31660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4C07B7F7-ABE3-1229-C871-37C63AE3178F}"/>
              </a:ext>
            </a:extLst>
          </p:cNvPr>
          <p:cNvSpPr txBox="1"/>
          <p:nvPr/>
        </p:nvSpPr>
        <p:spPr>
          <a:xfrm>
            <a:off x="514350" y="2343150"/>
            <a:ext cx="11162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 que marco el paso de la criptografía clásica a la moderna fue la invención de la máquina enigma y los primeros sistemas TIC.</a:t>
            </a:r>
          </a:p>
        </p:txBody>
      </p:sp>
    </p:spTree>
    <p:extLst>
      <p:ext uri="{BB962C8B-B14F-4D97-AF65-F5344CB8AC3E}">
        <p14:creationId xmlns:p14="http://schemas.microsoft.com/office/powerpoint/2010/main" val="3093883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04DFFD-4D6B-E7DC-9BC6-76EBB54D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53EC92-AC0B-92EA-86C4-DF18AC5A0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25831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5280" y="2578100"/>
            <a:ext cx="7267790" cy="3767138"/>
          </a:xfrm>
        </p:spPr>
      </p:pic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20888B-4EA5-E0E8-6D52-7733E1E77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6B5A8BF-0680-F9A7-27B1-3971EC934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DA93F-6E3C-DCC0-A7B9-353CD9539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1B4ED5-D510-0701-6A25-729C28B8F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18EA2-A9B8-6137-C8AD-0A9FAA5C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4.1 Criptografía hibrida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3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</TotalTime>
  <Words>728</Words>
  <Application>Microsoft Office PowerPoint</Application>
  <PresentationFormat>Panorámica</PresentationFormat>
  <Paragraphs>86</Paragraphs>
  <Slides>29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3" baseType="lpstr">
      <vt:lpstr>Arial</vt:lpstr>
      <vt:lpstr>Bierstadt</vt:lpstr>
      <vt:lpstr>Neue Haas Grotesk Text Pro</vt:lpstr>
      <vt:lpstr>GestaltVTI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Máquina enigma.</vt:lpstr>
      <vt:lpstr>3. Criptografía simétrica</vt:lpstr>
      <vt:lpstr>DES</vt:lpstr>
      <vt:lpstr>AES</vt:lpstr>
      <vt:lpstr>4. Criptografía asimétrica</vt:lpstr>
      <vt:lpstr>Conceptos clave para RSA</vt:lpstr>
      <vt:lpstr>RSA funcionamiento del cifrado asimétrico</vt:lpstr>
      <vt:lpstr>Presentación de PowerPoint</vt:lpstr>
      <vt:lpstr>4.1 Criptografía hibrida</vt:lpstr>
      <vt:lpstr>5. Funciones Hash</vt:lpstr>
      <vt:lpstr>Conceptos clave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26</cp:revision>
  <dcterms:created xsi:type="dcterms:W3CDTF">2025-10-08T12:18:35Z</dcterms:created>
  <dcterms:modified xsi:type="dcterms:W3CDTF">2025-10-13T09:38:58Z</dcterms:modified>
</cp:coreProperties>
</file>