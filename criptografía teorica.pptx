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88" r:id="rId26"/>
    <p:sldId id="272" r:id="rId27"/>
    <p:sldId id="275" r:id="rId28"/>
    <p:sldId id="283" r:id="rId29"/>
    <p:sldId id="284" r:id="rId30"/>
    <p:sldId id="279" r:id="rId31"/>
    <p:sldId id="273" r:id="rId32"/>
    <p:sldId id="290" r:id="rId33"/>
    <p:sldId id="291" r:id="rId34"/>
    <p:sldId id="276" r:id="rId35"/>
    <p:sldId id="274" r:id="rId3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D993B67-B540-48C9-AABE-846C21DDAC7C}" type="presOf" srcId="{B52B834A-C645-4CB4-ADEC-974753BAF28A}" destId="{A67F11BA-1796-4316-98C3-724AD5471026}" srcOrd="0" destOrd="0" presId="urn:microsoft.com/office/officeart/2018/2/layout/IconVerticalSolidList"/>
    <dgm:cxn modelId="{4F1A0B57-405D-443D-A21D-A6D5572DFCEC}" type="presOf" srcId="{224F3E83-F8DE-430C-80E5-E7D5D8F28CE8}" destId="{545CC187-B9C9-4AE4-AE57-7E5B3F46457A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42B77798-586F-4A1B-A377-49FF591CFC9A}" type="presOf" srcId="{034D43D0-4238-426B-8E1A-6CB5933FB4E4}" destId="{3DA01918-BB0B-46A2-8119-8A98EE7CE572}" srcOrd="0" destOrd="0" presId="urn:microsoft.com/office/officeart/2018/2/layout/IconVerticalSolidList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2EFED5DC-B342-43CA-BA55-11678BF3250C}" type="presOf" srcId="{607301D3-A943-45B1-B135-A655F66DD96E}" destId="{DA0506CA-A687-40BD-B2C1-C7C957EDB38E}" srcOrd="0" destOrd="0" presId="urn:microsoft.com/office/officeart/2018/2/layout/IconVerticalSolidList"/>
    <dgm:cxn modelId="{7511C23E-13A8-4110-9518-51CA2347D7BB}" type="presParOf" srcId="{545CC187-B9C9-4AE4-AE57-7E5B3F46457A}" destId="{1E06D0C2-9071-4EBD-9848-0F2668FDA991}" srcOrd="0" destOrd="0" presId="urn:microsoft.com/office/officeart/2018/2/layout/IconVerticalSolidList"/>
    <dgm:cxn modelId="{CE8EA887-546A-4445-9831-6D9630AEFA11}" type="presParOf" srcId="{1E06D0C2-9071-4EBD-9848-0F2668FDA991}" destId="{C98B24A0-8585-4B6C-8CB4-DE6C09CB7557}" srcOrd="0" destOrd="0" presId="urn:microsoft.com/office/officeart/2018/2/layout/IconVerticalSolidList"/>
    <dgm:cxn modelId="{74FA488A-6E1C-44CB-A505-9FB2EA874D80}" type="presParOf" srcId="{1E06D0C2-9071-4EBD-9848-0F2668FDA991}" destId="{F76BB03D-0314-4E66-8DFD-6175354527B3}" srcOrd="1" destOrd="0" presId="urn:microsoft.com/office/officeart/2018/2/layout/IconVerticalSolidList"/>
    <dgm:cxn modelId="{A29CE7FD-F406-48DE-AB7D-BDF05A2A033E}" type="presParOf" srcId="{1E06D0C2-9071-4EBD-9848-0F2668FDA991}" destId="{AAA5EE3A-43D5-48D3-AFD1-7438C38DA3D7}" srcOrd="2" destOrd="0" presId="urn:microsoft.com/office/officeart/2018/2/layout/IconVerticalSolidList"/>
    <dgm:cxn modelId="{29A18877-292B-407C-ABC8-485EF87473E3}" type="presParOf" srcId="{1E06D0C2-9071-4EBD-9848-0F2668FDA991}" destId="{3DA01918-BB0B-46A2-8119-8A98EE7CE572}" srcOrd="3" destOrd="0" presId="urn:microsoft.com/office/officeart/2018/2/layout/IconVerticalSolidList"/>
    <dgm:cxn modelId="{E1D5E792-7A0B-483B-A206-314F76D26A25}" type="presParOf" srcId="{545CC187-B9C9-4AE4-AE57-7E5B3F46457A}" destId="{2E4DFBDB-F17A-44D8-BD72-15E1105BF85C}" srcOrd="1" destOrd="0" presId="urn:microsoft.com/office/officeart/2018/2/layout/IconVerticalSolidList"/>
    <dgm:cxn modelId="{417D3FB2-2643-4FDA-9E5F-4FF72C86A28E}" type="presParOf" srcId="{545CC187-B9C9-4AE4-AE57-7E5B3F46457A}" destId="{6B8BD792-1A64-4A42-BC02-F1D28EEA1E90}" srcOrd="2" destOrd="0" presId="urn:microsoft.com/office/officeart/2018/2/layout/IconVerticalSolidList"/>
    <dgm:cxn modelId="{0D891C03-E2B6-4C58-A1F3-EC80C71917C3}" type="presParOf" srcId="{6B8BD792-1A64-4A42-BC02-F1D28EEA1E90}" destId="{6A6CC891-D06F-4590-A4A6-99FEAA95F274}" srcOrd="0" destOrd="0" presId="urn:microsoft.com/office/officeart/2018/2/layout/IconVerticalSolidList"/>
    <dgm:cxn modelId="{254422D8-4A56-420F-B552-8F6283596670}" type="presParOf" srcId="{6B8BD792-1A64-4A42-BC02-F1D28EEA1E90}" destId="{D0A11E2A-EA85-4EF4-B7A5-FF13665C72A1}" srcOrd="1" destOrd="0" presId="urn:microsoft.com/office/officeart/2018/2/layout/IconVerticalSolidList"/>
    <dgm:cxn modelId="{74D96357-D9FE-4B20-A316-30185A23F7AF}" type="presParOf" srcId="{6B8BD792-1A64-4A42-BC02-F1D28EEA1E90}" destId="{3B3C17F8-8F98-4658-8982-CE8BFF8F1F17}" srcOrd="2" destOrd="0" presId="urn:microsoft.com/office/officeart/2018/2/layout/IconVerticalSolidList"/>
    <dgm:cxn modelId="{CAE248BF-8099-4D02-93A4-DEBAFC002511}" type="presParOf" srcId="{6B8BD792-1A64-4A42-BC02-F1D28EEA1E90}" destId="{DA0506CA-A687-40BD-B2C1-C7C957EDB38E}" srcOrd="3" destOrd="0" presId="urn:microsoft.com/office/officeart/2018/2/layout/IconVerticalSolidList"/>
    <dgm:cxn modelId="{606BBBBF-8D0E-4041-BE80-E45FC5843BD5}" type="presParOf" srcId="{545CC187-B9C9-4AE4-AE57-7E5B3F46457A}" destId="{69766A47-6702-4436-9AAD-5284ABF9C117}" srcOrd="3" destOrd="0" presId="urn:microsoft.com/office/officeart/2018/2/layout/IconVerticalSolidList"/>
    <dgm:cxn modelId="{2EDFA435-4FA2-45FB-87F1-2B3FCE732A9D}" type="presParOf" srcId="{545CC187-B9C9-4AE4-AE57-7E5B3F46457A}" destId="{8C836CE9-B0E9-4C93-B51D-8E3473404483}" srcOrd="4" destOrd="0" presId="urn:microsoft.com/office/officeart/2018/2/layout/IconVerticalSolidList"/>
    <dgm:cxn modelId="{81063168-2909-4A48-A25E-BE269CDC1930}" type="presParOf" srcId="{8C836CE9-B0E9-4C93-B51D-8E3473404483}" destId="{E4C30A4B-8722-4AAC-91B5-217193B4B05F}" srcOrd="0" destOrd="0" presId="urn:microsoft.com/office/officeart/2018/2/layout/IconVerticalSolidList"/>
    <dgm:cxn modelId="{B2FB05C2-1AE3-4A9E-9A72-4694CD504430}" type="presParOf" srcId="{8C836CE9-B0E9-4C93-B51D-8E3473404483}" destId="{1522CA61-73E4-4050-9AAE-81C929CB1834}" srcOrd="1" destOrd="0" presId="urn:microsoft.com/office/officeart/2018/2/layout/IconVerticalSolidList"/>
    <dgm:cxn modelId="{25054112-F786-493F-8E7F-3E17305DF539}" type="presParOf" srcId="{8C836CE9-B0E9-4C93-B51D-8E3473404483}" destId="{B1011C1F-B283-4DBE-B153-E9FCAEA803D8}" srcOrd="2" destOrd="0" presId="urn:microsoft.com/office/officeart/2018/2/layout/IconVerticalSolidList"/>
    <dgm:cxn modelId="{9A3EF968-E103-442F-85F5-AA6F4502F7E2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3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14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5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96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03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4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561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5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88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División de disciplinas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773381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9368" y="50809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420086"/>
              </p:ext>
            </p:extLst>
          </p:nvPr>
        </p:nvGraphicFramePr>
        <p:xfrm>
          <a:off x="521207" y="2847231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XOR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XOR B XOR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XOR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XOR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XOR B XOR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517871" y="839336"/>
            <a:ext cx="8740538" cy="550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DA93F-6E3C-DCC0-A7B9-353CD9539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1B4ED5-D510-0701-6A25-729C28B8F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18EA2-A9B8-6137-C8AD-0A9FAA5C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4.1 Criptografía hibrida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Consiste en mezclar tanto criptografía asimétrica como simétrica.</a:t>
            </a:r>
          </a:p>
          <a:p>
            <a:r>
              <a:rPr lang="es-ES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SHA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</a:t>
            </a:r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1739</TotalTime>
  <Words>1120</Words>
  <Application>Microsoft Office PowerPoint</Application>
  <PresentationFormat>Panorámica</PresentationFormat>
  <Paragraphs>141</Paragraphs>
  <Slides>35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38" baseType="lpstr">
      <vt:lpstr>Arial</vt:lpstr>
      <vt:lpstr>Bierstadt</vt:lpstr>
      <vt:lpstr>GestaltVTI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Procesos de AES</vt:lpstr>
      <vt:lpstr>4. Criptografía asimétrica</vt:lpstr>
      <vt:lpstr>Conceptos clave para RSA</vt:lpstr>
      <vt:lpstr>RSA funcionamiento del cifrado asimétrico</vt:lpstr>
      <vt:lpstr>Presentación de PowerPoint</vt:lpstr>
      <vt:lpstr>4.1 Criptografía hibrida</vt:lpstr>
      <vt:lpstr>5. Funciones Hash</vt:lpstr>
      <vt:lpstr>SHA</vt:lpstr>
      <vt:lpstr>¿Por qué es buena práctica cifrar la base de datos?</vt:lpstr>
      <vt:lpstr>Conceptos clave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31</cp:revision>
  <dcterms:created xsi:type="dcterms:W3CDTF">2025-10-08T12:18:35Z</dcterms:created>
  <dcterms:modified xsi:type="dcterms:W3CDTF">2025-10-19T18:44:36Z</dcterms:modified>
</cp:coreProperties>
</file>