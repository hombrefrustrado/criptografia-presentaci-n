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9" r:id="rId4"/>
    <p:sldId id="258" r:id="rId5"/>
    <p:sldId id="266" r:id="rId6"/>
    <p:sldId id="262" r:id="rId7"/>
    <p:sldId id="260" r:id="rId8"/>
    <p:sldId id="267" r:id="rId9"/>
    <p:sldId id="261" r:id="rId10"/>
    <p:sldId id="263" r:id="rId11"/>
    <p:sldId id="265" r:id="rId12"/>
    <p:sldId id="268" r:id="rId13"/>
    <p:sldId id="282" r:id="rId14"/>
    <p:sldId id="269" r:id="rId15"/>
    <p:sldId id="280" r:id="rId16"/>
    <p:sldId id="281" r:id="rId17"/>
    <p:sldId id="270" r:id="rId18"/>
    <p:sldId id="285" r:id="rId19"/>
    <p:sldId id="287" r:id="rId20"/>
    <p:sldId id="271" r:id="rId21"/>
    <p:sldId id="289" r:id="rId22"/>
    <p:sldId id="286" r:id="rId23"/>
    <p:sldId id="278" r:id="rId24"/>
    <p:sldId id="292" r:id="rId25"/>
    <p:sldId id="296" r:id="rId26"/>
    <p:sldId id="288" r:id="rId27"/>
    <p:sldId id="272" r:id="rId28"/>
    <p:sldId id="275" r:id="rId29"/>
    <p:sldId id="283" r:id="rId30"/>
    <p:sldId id="295" r:id="rId31"/>
    <p:sldId id="284" r:id="rId32"/>
    <p:sldId id="294" r:id="rId33"/>
    <p:sldId id="279" r:id="rId34"/>
    <p:sldId id="273" r:id="rId35"/>
    <p:sldId id="276" r:id="rId36"/>
    <p:sldId id="297" r:id="rId37"/>
    <p:sldId id="298" r:id="rId38"/>
    <p:sldId id="290" r:id="rId39"/>
    <p:sldId id="291" r:id="rId40"/>
    <p:sldId id="293" r:id="rId41"/>
    <p:sldId id="274" r:id="rId4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77478D-073D-487A-80E1-A4806E271B5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A68B4AB-3B4F-4AEE-8CD7-7E65D81AB0D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Introducción</a:t>
          </a:r>
          <a:endParaRPr lang="en-US" dirty="0"/>
        </a:p>
      </dgm:t>
    </dgm:pt>
    <dgm:pt modelId="{37024459-6817-415F-B6EA-77014B55DEAD}" type="parTrans" cxnId="{37AB165D-A465-46B2-A324-40247DB394C6}">
      <dgm:prSet/>
      <dgm:spPr/>
      <dgm:t>
        <a:bodyPr/>
        <a:lstStyle/>
        <a:p>
          <a:endParaRPr lang="en-US"/>
        </a:p>
      </dgm:t>
    </dgm:pt>
    <dgm:pt modelId="{FA8EE61F-F33C-4DD9-8B7F-21DDAC14755D}" type="sibTrans" cxnId="{37AB165D-A465-46B2-A324-40247DB394C6}">
      <dgm:prSet/>
      <dgm:spPr/>
      <dgm:t>
        <a:bodyPr/>
        <a:lstStyle/>
        <a:p>
          <a:endParaRPr lang="en-US"/>
        </a:p>
      </dgm:t>
    </dgm:pt>
    <dgm:pt modelId="{55A374DE-D570-4CCC-9A78-690F9310A84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Criptografía clásica</a:t>
          </a:r>
          <a:endParaRPr lang="en-US" dirty="0"/>
        </a:p>
      </dgm:t>
    </dgm:pt>
    <dgm:pt modelId="{9D361B9F-AB8B-4711-BB4E-E2890D5B71CD}" type="parTrans" cxnId="{DA5E0084-A1CF-4044-9FA5-A01CED9F4DBA}">
      <dgm:prSet/>
      <dgm:spPr/>
      <dgm:t>
        <a:bodyPr/>
        <a:lstStyle/>
        <a:p>
          <a:endParaRPr lang="en-US"/>
        </a:p>
      </dgm:t>
    </dgm:pt>
    <dgm:pt modelId="{B57B13BD-0265-4EB0-B2F6-1474BEB5E13B}" type="sibTrans" cxnId="{DA5E0084-A1CF-4044-9FA5-A01CED9F4DBA}">
      <dgm:prSet/>
      <dgm:spPr/>
      <dgm:t>
        <a:bodyPr/>
        <a:lstStyle/>
        <a:p>
          <a:endParaRPr lang="en-US"/>
        </a:p>
      </dgm:t>
    </dgm:pt>
    <dgm:pt modelId="{D1C3EEB2-C757-48CE-8ACD-7B29DCAB67A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Criptografía simétrica</a:t>
          </a:r>
          <a:endParaRPr lang="en-US" dirty="0"/>
        </a:p>
      </dgm:t>
    </dgm:pt>
    <dgm:pt modelId="{52C89861-F710-427F-AEE1-2C520CCAA1A4}" type="parTrans" cxnId="{78513720-E7D6-46D3-8227-53B947C06B7B}">
      <dgm:prSet/>
      <dgm:spPr/>
      <dgm:t>
        <a:bodyPr/>
        <a:lstStyle/>
        <a:p>
          <a:endParaRPr lang="en-US"/>
        </a:p>
      </dgm:t>
    </dgm:pt>
    <dgm:pt modelId="{8611B66F-C414-4214-A052-759E1F08143D}" type="sibTrans" cxnId="{78513720-E7D6-46D3-8227-53B947C06B7B}">
      <dgm:prSet/>
      <dgm:spPr/>
      <dgm:t>
        <a:bodyPr/>
        <a:lstStyle/>
        <a:p>
          <a:endParaRPr lang="en-US"/>
        </a:p>
      </dgm:t>
    </dgm:pt>
    <dgm:pt modelId="{E2BC92A4-C2B1-41AB-8DEC-BC05ECC7B9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Criptografía asimétrica</a:t>
          </a:r>
          <a:endParaRPr lang="en-US" dirty="0"/>
        </a:p>
      </dgm:t>
    </dgm:pt>
    <dgm:pt modelId="{A1B052B6-1342-481F-81D3-1C4B12F3A971}" type="parTrans" cxnId="{824C0B09-6A61-4AC1-96F7-62E24898D388}">
      <dgm:prSet/>
      <dgm:spPr/>
      <dgm:t>
        <a:bodyPr/>
        <a:lstStyle/>
        <a:p>
          <a:endParaRPr lang="en-US"/>
        </a:p>
      </dgm:t>
    </dgm:pt>
    <dgm:pt modelId="{CEFC1371-4AE7-477D-AFD0-215FD93F4F7E}" type="sibTrans" cxnId="{824C0B09-6A61-4AC1-96F7-62E24898D388}">
      <dgm:prSet/>
      <dgm:spPr/>
      <dgm:t>
        <a:bodyPr/>
        <a:lstStyle/>
        <a:p>
          <a:endParaRPr lang="en-US"/>
        </a:p>
      </dgm:t>
    </dgm:pt>
    <dgm:pt modelId="{E95F20C6-D759-4405-A491-DEFF09F3F6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Funciones hash</a:t>
          </a:r>
        </a:p>
      </dgm:t>
    </dgm:pt>
    <dgm:pt modelId="{1D4CBC59-6B45-4FA4-A910-697968CAC371}" type="parTrans" cxnId="{6C14736D-CF90-48C6-85A3-4F41E6D9DABB}">
      <dgm:prSet/>
      <dgm:spPr/>
      <dgm:t>
        <a:bodyPr/>
        <a:lstStyle/>
        <a:p>
          <a:endParaRPr lang="es-ES"/>
        </a:p>
      </dgm:t>
    </dgm:pt>
    <dgm:pt modelId="{CE5F9C65-D672-4B46-88E9-C0C91DA3FAA3}" type="sibTrans" cxnId="{6C14736D-CF90-48C6-85A3-4F41E6D9DABB}">
      <dgm:prSet/>
      <dgm:spPr/>
      <dgm:t>
        <a:bodyPr/>
        <a:lstStyle/>
        <a:p>
          <a:endParaRPr lang="es-ES"/>
        </a:p>
      </dgm:t>
    </dgm:pt>
    <dgm:pt modelId="{33F0DC32-DB60-49E6-B84C-9764F2293FFB}" type="pres">
      <dgm:prSet presAssocID="{FA77478D-073D-487A-80E1-A4806E271B55}" presName="root" presStyleCnt="0">
        <dgm:presLayoutVars>
          <dgm:dir/>
          <dgm:resizeHandles val="exact"/>
        </dgm:presLayoutVars>
      </dgm:prSet>
      <dgm:spPr/>
    </dgm:pt>
    <dgm:pt modelId="{B8C4205E-F0E9-4E0F-8634-510ABE485A38}" type="pres">
      <dgm:prSet presAssocID="{6A68B4AB-3B4F-4AEE-8CD7-7E65D81AB0D1}" presName="compNode" presStyleCnt="0"/>
      <dgm:spPr/>
    </dgm:pt>
    <dgm:pt modelId="{39F928FD-123D-44A0-A78C-C1FEBA96DED9}" type="pres">
      <dgm:prSet presAssocID="{6A68B4AB-3B4F-4AEE-8CD7-7E65D81AB0D1}" presName="iconBgRect" presStyleLbl="bgShp" presStyleIdx="0" presStyleCnt="5"/>
      <dgm:spPr/>
    </dgm:pt>
    <dgm:pt modelId="{AB321FE4-06FB-4CEB-A173-BEBA5251C48A}" type="pres">
      <dgm:prSet presAssocID="{6A68B4AB-3B4F-4AEE-8CD7-7E65D81AB0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ntasma"/>
        </a:ext>
      </dgm:extLst>
    </dgm:pt>
    <dgm:pt modelId="{A97D2BD9-F766-4431-9FBC-AA8400852039}" type="pres">
      <dgm:prSet presAssocID="{6A68B4AB-3B4F-4AEE-8CD7-7E65D81AB0D1}" presName="spaceRect" presStyleCnt="0"/>
      <dgm:spPr/>
    </dgm:pt>
    <dgm:pt modelId="{A5EDBE00-8505-4D40-972A-1C36E6BCA5ED}" type="pres">
      <dgm:prSet presAssocID="{6A68B4AB-3B4F-4AEE-8CD7-7E65D81AB0D1}" presName="textRect" presStyleLbl="revTx" presStyleIdx="0" presStyleCnt="5">
        <dgm:presLayoutVars>
          <dgm:chMax val="1"/>
          <dgm:chPref val="1"/>
        </dgm:presLayoutVars>
      </dgm:prSet>
      <dgm:spPr/>
    </dgm:pt>
    <dgm:pt modelId="{4FA08101-72C1-4A4A-9B00-AF32AE2490DB}" type="pres">
      <dgm:prSet presAssocID="{FA8EE61F-F33C-4DD9-8B7F-21DDAC14755D}" presName="sibTrans" presStyleCnt="0"/>
      <dgm:spPr/>
    </dgm:pt>
    <dgm:pt modelId="{FBA0B94D-D90A-4AD9-A9A9-12FE625E2AB7}" type="pres">
      <dgm:prSet presAssocID="{55A374DE-D570-4CCC-9A78-690F9310A84B}" presName="compNode" presStyleCnt="0"/>
      <dgm:spPr/>
    </dgm:pt>
    <dgm:pt modelId="{2AEC9E5B-DB2F-4116-B1C5-87F4576CB5D8}" type="pres">
      <dgm:prSet presAssocID="{55A374DE-D570-4CCC-9A78-690F9310A84B}" presName="iconBgRect" presStyleLbl="bgShp" presStyleIdx="1" presStyleCnt="5"/>
      <dgm:spPr/>
    </dgm:pt>
    <dgm:pt modelId="{2D843349-B2B6-4A17-8774-72FF6C30145D}" type="pres">
      <dgm:prSet presAssocID="{55A374DE-D570-4CCC-9A78-690F9310A84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D117B7C8-1F4B-4D03-AB05-19C44AFA4DA4}" type="pres">
      <dgm:prSet presAssocID="{55A374DE-D570-4CCC-9A78-690F9310A84B}" presName="spaceRect" presStyleCnt="0"/>
      <dgm:spPr/>
    </dgm:pt>
    <dgm:pt modelId="{14D762E4-D69B-4968-8ACE-550D49051E11}" type="pres">
      <dgm:prSet presAssocID="{55A374DE-D570-4CCC-9A78-690F9310A84B}" presName="textRect" presStyleLbl="revTx" presStyleIdx="1" presStyleCnt="5">
        <dgm:presLayoutVars>
          <dgm:chMax val="1"/>
          <dgm:chPref val="1"/>
        </dgm:presLayoutVars>
      </dgm:prSet>
      <dgm:spPr/>
    </dgm:pt>
    <dgm:pt modelId="{7B4C6389-641F-435E-A632-90C694C2B089}" type="pres">
      <dgm:prSet presAssocID="{B57B13BD-0265-4EB0-B2F6-1474BEB5E13B}" presName="sibTrans" presStyleCnt="0"/>
      <dgm:spPr/>
    </dgm:pt>
    <dgm:pt modelId="{2AB5D380-F871-4123-AEF6-EEA0DE168E86}" type="pres">
      <dgm:prSet presAssocID="{D1C3EEB2-C757-48CE-8ACD-7B29DCAB67AB}" presName="compNode" presStyleCnt="0"/>
      <dgm:spPr/>
    </dgm:pt>
    <dgm:pt modelId="{A838D911-4E61-417D-9C22-EED7DCB0F7D5}" type="pres">
      <dgm:prSet presAssocID="{D1C3EEB2-C757-48CE-8ACD-7B29DCAB67AB}" presName="iconBgRect" presStyleLbl="bgShp" presStyleIdx="2" presStyleCnt="5"/>
      <dgm:spPr/>
    </dgm:pt>
    <dgm:pt modelId="{1E52C17A-8C16-45CD-8862-970F6B3A3EA7}" type="pres">
      <dgm:prSet presAssocID="{D1C3EEB2-C757-48CE-8ACD-7B29DCAB67A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D0581EC-BE55-4979-83A1-17F138A94B11}" type="pres">
      <dgm:prSet presAssocID="{D1C3EEB2-C757-48CE-8ACD-7B29DCAB67AB}" presName="spaceRect" presStyleCnt="0"/>
      <dgm:spPr/>
    </dgm:pt>
    <dgm:pt modelId="{28F9AF60-21ED-49FE-9F43-458197BC6D2F}" type="pres">
      <dgm:prSet presAssocID="{D1C3EEB2-C757-48CE-8ACD-7B29DCAB67AB}" presName="textRect" presStyleLbl="revTx" presStyleIdx="2" presStyleCnt="5">
        <dgm:presLayoutVars>
          <dgm:chMax val="1"/>
          <dgm:chPref val="1"/>
        </dgm:presLayoutVars>
      </dgm:prSet>
      <dgm:spPr/>
    </dgm:pt>
    <dgm:pt modelId="{5B29B5D4-B5BD-4581-A703-4A24BA114BC9}" type="pres">
      <dgm:prSet presAssocID="{8611B66F-C414-4214-A052-759E1F08143D}" presName="sibTrans" presStyleCnt="0"/>
      <dgm:spPr/>
    </dgm:pt>
    <dgm:pt modelId="{426A933C-EB38-41AB-B461-33DD2EAC1E37}" type="pres">
      <dgm:prSet presAssocID="{E2BC92A4-C2B1-41AB-8DEC-BC05ECC7B927}" presName="compNode" presStyleCnt="0"/>
      <dgm:spPr/>
    </dgm:pt>
    <dgm:pt modelId="{FCEA6993-243C-44F4-A3F9-4501C0A02260}" type="pres">
      <dgm:prSet presAssocID="{E2BC92A4-C2B1-41AB-8DEC-BC05ECC7B927}" presName="iconBgRect" presStyleLbl="bgShp" presStyleIdx="3" presStyleCnt="5"/>
      <dgm:spPr/>
    </dgm:pt>
    <dgm:pt modelId="{64C2486C-0847-4640-9FDA-664B240A3245}" type="pres">
      <dgm:prSet presAssocID="{E2BC92A4-C2B1-41AB-8DEC-BC05ECC7B92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83A98B32-F73C-42B5-BB8B-1861A9C528BF}" type="pres">
      <dgm:prSet presAssocID="{E2BC92A4-C2B1-41AB-8DEC-BC05ECC7B927}" presName="spaceRect" presStyleCnt="0"/>
      <dgm:spPr/>
    </dgm:pt>
    <dgm:pt modelId="{F6334DF1-2BE3-48FC-83FC-62F9B5AC7A41}" type="pres">
      <dgm:prSet presAssocID="{E2BC92A4-C2B1-41AB-8DEC-BC05ECC7B927}" presName="textRect" presStyleLbl="revTx" presStyleIdx="3" presStyleCnt="5">
        <dgm:presLayoutVars>
          <dgm:chMax val="1"/>
          <dgm:chPref val="1"/>
        </dgm:presLayoutVars>
      </dgm:prSet>
      <dgm:spPr/>
    </dgm:pt>
    <dgm:pt modelId="{2BAA731E-DC75-416E-AC64-350B9893991F}" type="pres">
      <dgm:prSet presAssocID="{CEFC1371-4AE7-477D-AFD0-215FD93F4F7E}" presName="sibTrans" presStyleCnt="0"/>
      <dgm:spPr/>
    </dgm:pt>
    <dgm:pt modelId="{9F65B210-FBE1-42CD-B2EE-2F4787E17B52}" type="pres">
      <dgm:prSet presAssocID="{E95F20C6-D759-4405-A491-DEFF09F3F620}" presName="compNode" presStyleCnt="0"/>
      <dgm:spPr/>
    </dgm:pt>
    <dgm:pt modelId="{2CF8E5C3-B811-49DC-9062-10B1AEE31BFF}" type="pres">
      <dgm:prSet presAssocID="{E95F20C6-D759-4405-A491-DEFF09F3F620}" presName="iconBgRect" presStyleLbl="bgShp" presStyleIdx="4" presStyleCnt="5"/>
      <dgm:spPr/>
    </dgm:pt>
    <dgm:pt modelId="{A1E1D24A-CC69-42D1-A36C-2D9439521B2F}" type="pres">
      <dgm:prSet presAssocID="{E95F20C6-D759-4405-A491-DEFF09F3F62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 con relleno sólido"/>
        </a:ext>
      </dgm:extLst>
    </dgm:pt>
    <dgm:pt modelId="{B2F601C0-C097-4C6A-AD97-FDA3E4A15235}" type="pres">
      <dgm:prSet presAssocID="{E95F20C6-D759-4405-A491-DEFF09F3F620}" presName="spaceRect" presStyleCnt="0"/>
      <dgm:spPr/>
    </dgm:pt>
    <dgm:pt modelId="{16124192-6DA7-4C3F-A66E-D6375B54AB96}" type="pres">
      <dgm:prSet presAssocID="{E95F20C6-D759-4405-A491-DEFF09F3F62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24C0B09-6A61-4AC1-96F7-62E24898D388}" srcId="{FA77478D-073D-487A-80E1-A4806E271B55}" destId="{E2BC92A4-C2B1-41AB-8DEC-BC05ECC7B927}" srcOrd="3" destOrd="0" parTransId="{A1B052B6-1342-481F-81D3-1C4B12F3A971}" sibTransId="{CEFC1371-4AE7-477D-AFD0-215FD93F4F7E}"/>
    <dgm:cxn modelId="{094EF50F-2588-473B-AACA-DF3DC0B25CB7}" type="presOf" srcId="{E2BC92A4-C2B1-41AB-8DEC-BC05ECC7B927}" destId="{F6334DF1-2BE3-48FC-83FC-62F9B5AC7A41}" srcOrd="0" destOrd="0" presId="urn:microsoft.com/office/officeart/2018/5/layout/IconCircleLabelList"/>
    <dgm:cxn modelId="{1516A613-3C04-4402-A996-FCCF17A215F7}" type="presOf" srcId="{E95F20C6-D759-4405-A491-DEFF09F3F620}" destId="{16124192-6DA7-4C3F-A66E-D6375B54AB96}" srcOrd="0" destOrd="0" presId="urn:microsoft.com/office/officeart/2018/5/layout/IconCircleLabelList"/>
    <dgm:cxn modelId="{78513720-E7D6-46D3-8227-53B947C06B7B}" srcId="{FA77478D-073D-487A-80E1-A4806E271B55}" destId="{D1C3EEB2-C757-48CE-8ACD-7B29DCAB67AB}" srcOrd="2" destOrd="0" parTransId="{52C89861-F710-427F-AEE1-2C520CCAA1A4}" sibTransId="{8611B66F-C414-4214-A052-759E1F08143D}"/>
    <dgm:cxn modelId="{37AB165D-A465-46B2-A324-40247DB394C6}" srcId="{FA77478D-073D-487A-80E1-A4806E271B55}" destId="{6A68B4AB-3B4F-4AEE-8CD7-7E65D81AB0D1}" srcOrd="0" destOrd="0" parTransId="{37024459-6817-415F-B6EA-77014B55DEAD}" sibTransId="{FA8EE61F-F33C-4DD9-8B7F-21DDAC14755D}"/>
    <dgm:cxn modelId="{6C14736D-CF90-48C6-85A3-4F41E6D9DABB}" srcId="{FA77478D-073D-487A-80E1-A4806E271B55}" destId="{E95F20C6-D759-4405-A491-DEFF09F3F620}" srcOrd="4" destOrd="0" parTransId="{1D4CBC59-6B45-4FA4-A910-697968CAC371}" sibTransId="{CE5F9C65-D672-4B46-88E9-C0C91DA3FAA3}"/>
    <dgm:cxn modelId="{7F047F52-729C-4203-9BCD-299491286598}" type="presOf" srcId="{6A68B4AB-3B4F-4AEE-8CD7-7E65D81AB0D1}" destId="{A5EDBE00-8505-4D40-972A-1C36E6BCA5ED}" srcOrd="0" destOrd="0" presId="urn:microsoft.com/office/officeart/2018/5/layout/IconCircleLabelList"/>
    <dgm:cxn modelId="{DA5E0084-A1CF-4044-9FA5-A01CED9F4DBA}" srcId="{FA77478D-073D-487A-80E1-A4806E271B55}" destId="{55A374DE-D570-4CCC-9A78-690F9310A84B}" srcOrd="1" destOrd="0" parTransId="{9D361B9F-AB8B-4711-BB4E-E2890D5B71CD}" sibTransId="{B57B13BD-0265-4EB0-B2F6-1474BEB5E13B}"/>
    <dgm:cxn modelId="{DA1496AE-1964-445F-B6A3-D7B878863BC0}" type="presOf" srcId="{55A374DE-D570-4CCC-9A78-690F9310A84B}" destId="{14D762E4-D69B-4968-8ACE-550D49051E11}" srcOrd="0" destOrd="0" presId="urn:microsoft.com/office/officeart/2018/5/layout/IconCircleLabelList"/>
    <dgm:cxn modelId="{800744CB-C1F7-4EDA-B369-D4669090CBAA}" type="presOf" srcId="{D1C3EEB2-C757-48CE-8ACD-7B29DCAB67AB}" destId="{28F9AF60-21ED-49FE-9F43-458197BC6D2F}" srcOrd="0" destOrd="0" presId="urn:microsoft.com/office/officeart/2018/5/layout/IconCircleLabelList"/>
    <dgm:cxn modelId="{357E41FE-F539-425B-A9B7-E70F33E01A19}" type="presOf" srcId="{FA77478D-073D-487A-80E1-A4806E271B55}" destId="{33F0DC32-DB60-49E6-B84C-9764F2293FFB}" srcOrd="0" destOrd="0" presId="urn:microsoft.com/office/officeart/2018/5/layout/IconCircleLabelList"/>
    <dgm:cxn modelId="{0E706368-E428-4A24-851B-0B91E0605D62}" type="presParOf" srcId="{33F0DC32-DB60-49E6-B84C-9764F2293FFB}" destId="{B8C4205E-F0E9-4E0F-8634-510ABE485A38}" srcOrd="0" destOrd="0" presId="urn:microsoft.com/office/officeart/2018/5/layout/IconCircleLabelList"/>
    <dgm:cxn modelId="{C4172C98-4652-4B06-85CE-FF83A4947FAA}" type="presParOf" srcId="{B8C4205E-F0E9-4E0F-8634-510ABE485A38}" destId="{39F928FD-123D-44A0-A78C-C1FEBA96DED9}" srcOrd="0" destOrd="0" presId="urn:microsoft.com/office/officeart/2018/5/layout/IconCircleLabelList"/>
    <dgm:cxn modelId="{21343934-11B2-4D9C-B762-67E0561E2AF1}" type="presParOf" srcId="{B8C4205E-F0E9-4E0F-8634-510ABE485A38}" destId="{AB321FE4-06FB-4CEB-A173-BEBA5251C48A}" srcOrd="1" destOrd="0" presId="urn:microsoft.com/office/officeart/2018/5/layout/IconCircleLabelList"/>
    <dgm:cxn modelId="{CCDC6EB2-54BE-4A95-A189-21E0A8C2F861}" type="presParOf" srcId="{B8C4205E-F0E9-4E0F-8634-510ABE485A38}" destId="{A97D2BD9-F766-4431-9FBC-AA8400852039}" srcOrd="2" destOrd="0" presId="urn:microsoft.com/office/officeart/2018/5/layout/IconCircleLabelList"/>
    <dgm:cxn modelId="{733A7807-F9DC-4B00-B7F4-12488563CF8D}" type="presParOf" srcId="{B8C4205E-F0E9-4E0F-8634-510ABE485A38}" destId="{A5EDBE00-8505-4D40-972A-1C36E6BCA5ED}" srcOrd="3" destOrd="0" presId="urn:microsoft.com/office/officeart/2018/5/layout/IconCircleLabelList"/>
    <dgm:cxn modelId="{214AC298-DC5C-4818-A404-D9FB9DB0F7E9}" type="presParOf" srcId="{33F0DC32-DB60-49E6-B84C-9764F2293FFB}" destId="{4FA08101-72C1-4A4A-9B00-AF32AE2490DB}" srcOrd="1" destOrd="0" presId="urn:microsoft.com/office/officeart/2018/5/layout/IconCircleLabelList"/>
    <dgm:cxn modelId="{2E28876F-BF9D-4DF0-9F07-538CC1FE5296}" type="presParOf" srcId="{33F0DC32-DB60-49E6-B84C-9764F2293FFB}" destId="{FBA0B94D-D90A-4AD9-A9A9-12FE625E2AB7}" srcOrd="2" destOrd="0" presId="urn:microsoft.com/office/officeart/2018/5/layout/IconCircleLabelList"/>
    <dgm:cxn modelId="{73109680-CD6F-43DC-9D2E-289B8DFD892F}" type="presParOf" srcId="{FBA0B94D-D90A-4AD9-A9A9-12FE625E2AB7}" destId="{2AEC9E5B-DB2F-4116-B1C5-87F4576CB5D8}" srcOrd="0" destOrd="0" presId="urn:microsoft.com/office/officeart/2018/5/layout/IconCircleLabelList"/>
    <dgm:cxn modelId="{16113EF6-7D99-44C7-9D63-104A880D0329}" type="presParOf" srcId="{FBA0B94D-D90A-4AD9-A9A9-12FE625E2AB7}" destId="{2D843349-B2B6-4A17-8774-72FF6C30145D}" srcOrd="1" destOrd="0" presId="urn:microsoft.com/office/officeart/2018/5/layout/IconCircleLabelList"/>
    <dgm:cxn modelId="{D21FB807-7F7E-40D4-AC5E-B4864133F4EF}" type="presParOf" srcId="{FBA0B94D-D90A-4AD9-A9A9-12FE625E2AB7}" destId="{D117B7C8-1F4B-4D03-AB05-19C44AFA4DA4}" srcOrd="2" destOrd="0" presId="urn:microsoft.com/office/officeart/2018/5/layout/IconCircleLabelList"/>
    <dgm:cxn modelId="{A4DE9C13-7DAC-4B31-A3DD-F46F36685514}" type="presParOf" srcId="{FBA0B94D-D90A-4AD9-A9A9-12FE625E2AB7}" destId="{14D762E4-D69B-4968-8ACE-550D49051E11}" srcOrd="3" destOrd="0" presId="urn:microsoft.com/office/officeart/2018/5/layout/IconCircleLabelList"/>
    <dgm:cxn modelId="{592D3FD3-90E7-489C-B668-02FE0CD6E5E1}" type="presParOf" srcId="{33F0DC32-DB60-49E6-B84C-9764F2293FFB}" destId="{7B4C6389-641F-435E-A632-90C694C2B089}" srcOrd="3" destOrd="0" presId="urn:microsoft.com/office/officeart/2018/5/layout/IconCircleLabelList"/>
    <dgm:cxn modelId="{49EAA218-8F6D-4D37-9DC3-0F83D2D9503F}" type="presParOf" srcId="{33F0DC32-DB60-49E6-B84C-9764F2293FFB}" destId="{2AB5D380-F871-4123-AEF6-EEA0DE168E86}" srcOrd="4" destOrd="0" presId="urn:microsoft.com/office/officeart/2018/5/layout/IconCircleLabelList"/>
    <dgm:cxn modelId="{1E38D580-73DB-4821-864D-D13C1C678A85}" type="presParOf" srcId="{2AB5D380-F871-4123-AEF6-EEA0DE168E86}" destId="{A838D911-4E61-417D-9C22-EED7DCB0F7D5}" srcOrd="0" destOrd="0" presId="urn:microsoft.com/office/officeart/2018/5/layout/IconCircleLabelList"/>
    <dgm:cxn modelId="{1B26F46B-D161-486A-A5A7-EEAF3796C856}" type="presParOf" srcId="{2AB5D380-F871-4123-AEF6-EEA0DE168E86}" destId="{1E52C17A-8C16-45CD-8862-970F6B3A3EA7}" srcOrd="1" destOrd="0" presId="urn:microsoft.com/office/officeart/2018/5/layout/IconCircleLabelList"/>
    <dgm:cxn modelId="{F3F11496-E004-4A17-8477-477C9A7CEE75}" type="presParOf" srcId="{2AB5D380-F871-4123-AEF6-EEA0DE168E86}" destId="{5D0581EC-BE55-4979-83A1-17F138A94B11}" srcOrd="2" destOrd="0" presId="urn:microsoft.com/office/officeart/2018/5/layout/IconCircleLabelList"/>
    <dgm:cxn modelId="{6FBA2CCA-91BD-4981-AE20-117E09DC2080}" type="presParOf" srcId="{2AB5D380-F871-4123-AEF6-EEA0DE168E86}" destId="{28F9AF60-21ED-49FE-9F43-458197BC6D2F}" srcOrd="3" destOrd="0" presId="urn:microsoft.com/office/officeart/2018/5/layout/IconCircleLabelList"/>
    <dgm:cxn modelId="{20AF05E2-8A5C-4351-8718-CA44D085E31F}" type="presParOf" srcId="{33F0DC32-DB60-49E6-B84C-9764F2293FFB}" destId="{5B29B5D4-B5BD-4581-A703-4A24BA114BC9}" srcOrd="5" destOrd="0" presId="urn:microsoft.com/office/officeart/2018/5/layout/IconCircleLabelList"/>
    <dgm:cxn modelId="{5191A1C0-B1DC-4863-B3BC-97F29F2ED0DE}" type="presParOf" srcId="{33F0DC32-DB60-49E6-B84C-9764F2293FFB}" destId="{426A933C-EB38-41AB-B461-33DD2EAC1E37}" srcOrd="6" destOrd="0" presId="urn:microsoft.com/office/officeart/2018/5/layout/IconCircleLabelList"/>
    <dgm:cxn modelId="{C5BAC4EF-A927-4812-A555-55C14A1D00F2}" type="presParOf" srcId="{426A933C-EB38-41AB-B461-33DD2EAC1E37}" destId="{FCEA6993-243C-44F4-A3F9-4501C0A02260}" srcOrd="0" destOrd="0" presId="urn:microsoft.com/office/officeart/2018/5/layout/IconCircleLabelList"/>
    <dgm:cxn modelId="{B348CF1C-0090-46F4-A930-B7EC0E182BC0}" type="presParOf" srcId="{426A933C-EB38-41AB-B461-33DD2EAC1E37}" destId="{64C2486C-0847-4640-9FDA-664B240A3245}" srcOrd="1" destOrd="0" presId="urn:microsoft.com/office/officeart/2018/5/layout/IconCircleLabelList"/>
    <dgm:cxn modelId="{31B93A8E-2789-4FAB-AB11-14F8AF6A335B}" type="presParOf" srcId="{426A933C-EB38-41AB-B461-33DD2EAC1E37}" destId="{83A98B32-F73C-42B5-BB8B-1861A9C528BF}" srcOrd="2" destOrd="0" presId="urn:microsoft.com/office/officeart/2018/5/layout/IconCircleLabelList"/>
    <dgm:cxn modelId="{FE986800-F5E6-49AE-9907-07BEB60FFF93}" type="presParOf" srcId="{426A933C-EB38-41AB-B461-33DD2EAC1E37}" destId="{F6334DF1-2BE3-48FC-83FC-62F9B5AC7A41}" srcOrd="3" destOrd="0" presId="urn:microsoft.com/office/officeart/2018/5/layout/IconCircleLabelList"/>
    <dgm:cxn modelId="{B6C4857B-C338-4BDA-9134-A4D85BBFA7E5}" type="presParOf" srcId="{33F0DC32-DB60-49E6-B84C-9764F2293FFB}" destId="{2BAA731E-DC75-416E-AC64-350B9893991F}" srcOrd="7" destOrd="0" presId="urn:microsoft.com/office/officeart/2018/5/layout/IconCircleLabelList"/>
    <dgm:cxn modelId="{250097CF-D01C-4E5D-96F6-38793FF12D07}" type="presParOf" srcId="{33F0DC32-DB60-49E6-B84C-9764F2293FFB}" destId="{9F65B210-FBE1-42CD-B2EE-2F4787E17B52}" srcOrd="8" destOrd="0" presId="urn:microsoft.com/office/officeart/2018/5/layout/IconCircleLabelList"/>
    <dgm:cxn modelId="{71046966-F28B-4512-870E-42E5D72FFBDF}" type="presParOf" srcId="{9F65B210-FBE1-42CD-B2EE-2F4787E17B52}" destId="{2CF8E5C3-B811-49DC-9062-10B1AEE31BFF}" srcOrd="0" destOrd="0" presId="urn:microsoft.com/office/officeart/2018/5/layout/IconCircleLabelList"/>
    <dgm:cxn modelId="{8CFDAD35-9561-4F3D-86A7-B8C6B3A42B20}" type="presParOf" srcId="{9F65B210-FBE1-42CD-B2EE-2F4787E17B52}" destId="{A1E1D24A-CC69-42D1-A36C-2D9439521B2F}" srcOrd="1" destOrd="0" presId="urn:microsoft.com/office/officeart/2018/5/layout/IconCircleLabelList"/>
    <dgm:cxn modelId="{23602292-B618-4BFF-95FE-E5F8A27004BD}" type="presParOf" srcId="{9F65B210-FBE1-42CD-B2EE-2F4787E17B52}" destId="{B2F601C0-C097-4C6A-AD97-FDA3E4A15235}" srcOrd="2" destOrd="0" presId="urn:microsoft.com/office/officeart/2018/5/layout/IconCircleLabelList"/>
    <dgm:cxn modelId="{E6F4EF38-62AA-4461-A85B-B820E50DEE87}" type="presParOf" srcId="{9F65B210-FBE1-42CD-B2EE-2F4787E17B52}" destId="{16124192-6DA7-4C3F-A66E-D6375B54AB9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4F3E83-F8DE-430C-80E5-E7D5D8F28CE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4D43D0-4238-426B-8E1A-6CB5933FB4E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Criptografía: se encargada de diseñar métodos de proteger información.</a:t>
          </a:r>
          <a:endParaRPr lang="en-US" dirty="0"/>
        </a:p>
      </dgm:t>
    </dgm:pt>
    <dgm:pt modelId="{573C4C09-95B4-4EAA-BF4F-E34F7CADC400}" type="parTrans" cxnId="{172790B9-AC5E-4B40-B6F0-2D20121B85D6}">
      <dgm:prSet/>
      <dgm:spPr/>
      <dgm:t>
        <a:bodyPr/>
        <a:lstStyle/>
        <a:p>
          <a:endParaRPr lang="en-US"/>
        </a:p>
      </dgm:t>
    </dgm:pt>
    <dgm:pt modelId="{F8224D1E-6A85-4DFA-9989-8C6320828142}" type="sibTrans" cxnId="{172790B9-AC5E-4B40-B6F0-2D20121B85D6}">
      <dgm:prSet/>
      <dgm:spPr/>
      <dgm:t>
        <a:bodyPr/>
        <a:lstStyle/>
        <a:p>
          <a:endParaRPr lang="en-US"/>
        </a:p>
      </dgm:t>
    </dgm:pt>
    <dgm:pt modelId="{607301D3-A943-45B1-B135-A655F66DD96E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Criptoanálisis: se encarga de romper los métodos criptográficos.</a:t>
          </a:r>
          <a:endParaRPr lang="en-US" dirty="0"/>
        </a:p>
      </dgm:t>
    </dgm:pt>
    <dgm:pt modelId="{8F3E6F09-0F73-4829-B6AA-F2588C1D964D}" type="parTrans" cxnId="{D01A9B77-E380-40E5-81B5-180415826003}">
      <dgm:prSet/>
      <dgm:spPr/>
      <dgm:t>
        <a:bodyPr/>
        <a:lstStyle/>
        <a:p>
          <a:endParaRPr lang="en-US"/>
        </a:p>
      </dgm:t>
    </dgm:pt>
    <dgm:pt modelId="{0258BE01-6D64-4A75-A53D-04C3CCA7260E}" type="sibTrans" cxnId="{D01A9B77-E380-40E5-81B5-180415826003}">
      <dgm:prSet/>
      <dgm:spPr/>
      <dgm:t>
        <a:bodyPr/>
        <a:lstStyle/>
        <a:p>
          <a:endParaRPr lang="en-US"/>
        </a:p>
      </dgm:t>
    </dgm:pt>
    <dgm:pt modelId="{B52B834A-C645-4CB4-ADEC-974753BAF28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Criptología: Es la combinación de la criptografía y el criptoanálisis.</a:t>
          </a:r>
          <a:endParaRPr lang="en-US" dirty="0"/>
        </a:p>
      </dgm:t>
    </dgm:pt>
    <dgm:pt modelId="{C6D30C94-0F59-4BFD-BACB-C7267C4BD550}" type="parTrans" cxnId="{B4B30BA0-A99B-4407-95E8-2319801BBB22}">
      <dgm:prSet/>
      <dgm:spPr/>
      <dgm:t>
        <a:bodyPr/>
        <a:lstStyle/>
        <a:p>
          <a:endParaRPr lang="en-US"/>
        </a:p>
      </dgm:t>
    </dgm:pt>
    <dgm:pt modelId="{090191FA-B5DA-40B9-8EA6-354F6A083AE5}" type="sibTrans" cxnId="{B4B30BA0-A99B-4407-95E8-2319801BBB22}">
      <dgm:prSet/>
      <dgm:spPr/>
      <dgm:t>
        <a:bodyPr/>
        <a:lstStyle/>
        <a:p>
          <a:endParaRPr lang="en-US"/>
        </a:p>
      </dgm:t>
    </dgm:pt>
    <dgm:pt modelId="{545CC187-B9C9-4AE4-AE57-7E5B3F46457A}" type="pres">
      <dgm:prSet presAssocID="{224F3E83-F8DE-430C-80E5-E7D5D8F28CE8}" presName="root" presStyleCnt="0">
        <dgm:presLayoutVars>
          <dgm:dir/>
          <dgm:resizeHandles val="exact"/>
        </dgm:presLayoutVars>
      </dgm:prSet>
      <dgm:spPr/>
    </dgm:pt>
    <dgm:pt modelId="{1E06D0C2-9071-4EBD-9848-0F2668FDA991}" type="pres">
      <dgm:prSet presAssocID="{034D43D0-4238-426B-8E1A-6CB5933FB4E4}" presName="compNode" presStyleCnt="0"/>
      <dgm:spPr/>
    </dgm:pt>
    <dgm:pt modelId="{C98B24A0-8585-4B6C-8CB4-DE6C09CB7557}" type="pres">
      <dgm:prSet presAssocID="{034D43D0-4238-426B-8E1A-6CB5933FB4E4}" presName="bgRect" presStyleLbl="bgShp" presStyleIdx="0" presStyleCnt="3"/>
      <dgm:spPr/>
    </dgm:pt>
    <dgm:pt modelId="{F76BB03D-0314-4E66-8DFD-6175354527B3}" type="pres">
      <dgm:prSet presAssocID="{034D43D0-4238-426B-8E1A-6CB5933FB4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 con relleno sólido"/>
        </a:ext>
      </dgm:extLst>
    </dgm:pt>
    <dgm:pt modelId="{AAA5EE3A-43D5-48D3-AFD1-7438C38DA3D7}" type="pres">
      <dgm:prSet presAssocID="{034D43D0-4238-426B-8E1A-6CB5933FB4E4}" presName="spaceRect" presStyleCnt="0"/>
      <dgm:spPr/>
    </dgm:pt>
    <dgm:pt modelId="{3DA01918-BB0B-46A2-8119-8A98EE7CE572}" type="pres">
      <dgm:prSet presAssocID="{034D43D0-4238-426B-8E1A-6CB5933FB4E4}" presName="parTx" presStyleLbl="revTx" presStyleIdx="0" presStyleCnt="3">
        <dgm:presLayoutVars>
          <dgm:chMax val="0"/>
          <dgm:chPref val="0"/>
        </dgm:presLayoutVars>
      </dgm:prSet>
      <dgm:spPr/>
    </dgm:pt>
    <dgm:pt modelId="{2E4DFBDB-F17A-44D8-BD72-15E1105BF85C}" type="pres">
      <dgm:prSet presAssocID="{F8224D1E-6A85-4DFA-9989-8C6320828142}" presName="sibTrans" presStyleCnt="0"/>
      <dgm:spPr/>
    </dgm:pt>
    <dgm:pt modelId="{6B8BD792-1A64-4A42-BC02-F1D28EEA1E90}" type="pres">
      <dgm:prSet presAssocID="{607301D3-A943-45B1-B135-A655F66DD96E}" presName="compNode" presStyleCnt="0"/>
      <dgm:spPr/>
    </dgm:pt>
    <dgm:pt modelId="{6A6CC891-D06F-4590-A4A6-99FEAA95F274}" type="pres">
      <dgm:prSet presAssocID="{607301D3-A943-45B1-B135-A655F66DD96E}" presName="bgRect" presStyleLbl="bgShp" presStyleIdx="1" presStyleCnt="3"/>
      <dgm:spPr/>
    </dgm:pt>
    <dgm:pt modelId="{D0A11E2A-EA85-4EF4-B7A5-FF13665C72A1}" type="pres">
      <dgm:prSet presAssocID="{607301D3-A943-45B1-B135-A655F66DD9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3B3C17F8-8F98-4658-8982-CE8BFF8F1F17}" type="pres">
      <dgm:prSet presAssocID="{607301D3-A943-45B1-B135-A655F66DD96E}" presName="spaceRect" presStyleCnt="0"/>
      <dgm:spPr/>
    </dgm:pt>
    <dgm:pt modelId="{DA0506CA-A687-40BD-B2C1-C7C957EDB38E}" type="pres">
      <dgm:prSet presAssocID="{607301D3-A943-45B1-B135-A655F66DD96E}" presName="parTx" presStyleLbl="revTx" presStyleIdx="1" presStyleCnt="3">
        <dgm:presLayoutVars>
          <dgm:chMax val="0"/>
          <dgm:chPref val="0"/>
        </dgm:presLayoutVars>
      </dgm:prSet>
      <dgm:spPr/>
    </dgm:pt>
    <dgm:pt modelId="{69766A47-6702-4436-9AAD-5284ABF9C117}" type="pres">
      <dgm:prSet presAssocID="{0258BE01-6D64-4A75-A53D-04C3CCA7260E}" presName="sibTrans" presStyleCnt="0"/>
      <dgm:spPr/>
    </dgm:pt>
    <dgm:pt modelId="{8C836CE9-B0E9-4C93-B51D-8E3473404483}" type="pres">
      <dgm:prSet presAssocID="{B52B834A-C645-4CB4-ADEC-974753BAF28A}" presName="compNode" presStyleCnt="0"/>
      <dgm:spPr/>
    </dgm:pt>
    <dgm:pt modelId="{E4C30A4B-8722-4AAC-91B5-217193B4B05F}" type="pres">
      <dgm:prSet presAssocID="{B52B834A-C645-4CB4-ADEC-974753BAF28A}" presName="bgRect" presStyleLbl="bgShp" presStyleIdx="2" presStyleCnt="3"/>
      <dgm:spPr/>
    </dgm:pt>
    <dgm:pt modelId="{1522CA61-73E4-4050-9AAE-81C929CB1834}" type="pres">
      <dgm:prSet presAssocID="{B52B834A-C645-4CB4-ADEC-974753BAF28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cudo con relleno sólido"/>
        </a:ext>
      </dgm:extLst>
    </dgm:pt>
    <dgm:pt modelId="{B1011C1F-B283-4DBE-B153-E9FCAEA803D8}" type="pres">
      <dgm:prSet presAssocID="{B52B834A-C645-4CB4-ADEC-974753BAF28A}" presName="spaceRect" presStyleCnt="0"/>
      <dgm:spPr/>
    </dgm:pt>
    <dgm:pt modelId="{A67F11BA-1796-4316-98C3-724AD5471026}" type="pres">
      <dgm:prSet presAssocID="{B52B834A-C645-4CB4-ADEC-974753BAF28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DA56B47-EBB4-4AD9-9DF7-7CDDCEAAA44B}" type="presOf" srcId="{B52B834A-C645-4CB4-ADEC-974753BAF28A}" destId="{A67F11BA-1796-4316-98C3-724AD5471026}" srcOrd="0" destOrd="0" presId="urn:microsoft.com/office/officeart/2018/2/layout/IconVerticalSolidList"/>
    <dgm:cxn modelId="{9120406C-1F63-48AD-BB9E-6EED5C703AE9}" type="presOf" srcId="{034D43D0-4238-426B-8E1A-6CB5933FB4E4}" destId="{3DA01918-BB0B-46A2-8119-8A98EE7CE572}" srcOrd="0" destOrd="0" presId="urn:microsoft.com/office/officeart/2018/2/layout/IconVerticalSolidList"/>
    <dgm:cxn modelId="{D01A9B77-E380-40E5-81B5-180415826003}" srcId="{224F3E83-F8DE-430C-80E5-E7D5D8F28CE8}" destId="{607301D3-A943-45B1-B135-A655F66DD96E}" srcOrd="1" destOrd="0" parTransId="{8F3E6F09-0F73-4829-B6AA-F2588C1D964D}" sibTransId="{0258BE01-6D64-4A75-A53D-04C3CCA7260E}"/>
    <dgm:cxn modelId="{B4B30BA0-A99B-4407-95E8-2319801BBB22}" srcId="{224F3E83-F8DE-430C-80E5-E7D5D8F28CE8}" destId="{B52B834A-C645-4CB4-ADEC-974753BAF28A}" srcOrd="2" destOrd="0" parTransId="{C6D30C94-0F59-4BFD-BACB-C7267C4BD550}" sibTransId="{090191FA-B5DA-40B9-8EA6-354F6A083AE5}"/>
    <dgm:cxn modelId="{172790B9-AC5E-4B40-B6F0-2D20121B85D6}" srcId="{224F3E83-F8DE-430C-80E5-E7D5D8F28CE8}" destId="{034D43D0-4238-426B-8E1A-6CB5933FB4E4}" srcOrd="0" destOrd="0" parTransId="{573C4C09-95B4-4EAA-BF4F-E34F7CADC400}" sibTransId="{F8224D1E-6A85-4DFA-9989-8C6320828142}"/>
    <dgm:cxn modelId="{3F493CD4-463C-46D2-86BD-FFB06DB9CA78}" type="presOf" srcId="{607301D3-A943-45B1-B135-A655F66DD96E}" destId="{DA0506CA-A687-40BD-B2C1-C7C957EDB38E}" srcOrd="0" destOrd="0" presId="urn:microsoft.com/office/officeart/2018/2/layout/IconVerticalSolidList"/>
    <dgm:cxn modelId="{137491EE-DA71-4821-87EC-642EA8204EDF}" type="presOf" srcId="{224F3E83-F8DE-430C-80E5-E7D5D8F28CE8}" destId="{545CC187-B9C9-4AE4-AE57-7E5B3F46457A}" srcOrd="0" destOrd="0" presId="urn:microsoft.com/office/officeart/2018/2/layout/IconVerticalSolidList"/>
    <dgm:cxn modelId="{1B12F80C-26CB-4AAE-ADF8-037B23F91BF5}" type="presParOf" srcId="{545CC187-B9C9-4AE4-AE57-7E5B3F46457A}" destId="{1E06D0C2-9071-4EBD-9848-0F2668FDA991}" srcOrd="0" destOrd="0" presId="urn:microsoft.com/office/officeart/2018/2/layout/IconVerticalSolidList"/>
    <dgm:cxn modelId="{3670E18A-EAC3-4C8B-9770-CD338E6DBA4D}" type="presParOf" srcId="{1E06D0C2-9071-4EBD-9848-0F2668FDA991}" destId="{C98B24A0-8585-4B6C-8CB4-DE6C09CB7557}" srcOrd="0" destOrd="0" presId="urn:microsoft.com/office/officeart/2018/2/layout/IconVerticalSolidList"/>
    <dgm:cxn modelId="{C164122C-9CFE-4A63-826B-645CE0CFD590}" type="presParOf" srcId="{1E06D0C2-9071-4EBD-9848-0F2668FDA991}" destId="{F76BB03D-0314-4E66-8DFD-6175354527B3}" srcOrd="1" destOrd="0" presId="urn:microsoft.com/office/officeart/2018/2/layout/IconVerticalSolidList"/>
    <dgm:cxn modelId="{E35996FD-CB19-4731-A8F6-5B61CF70DE95}" type="presParOf" srcId="{1E06D0C2-9071-4EBD-9848-0F2668FDA991}" destId="{AAA5EE3A-43D5-48D3-AFD1-7438C38DA3D7}" srcOrd="2" destOrd="0" presId="urn:microsoft.com/office/officeart/2018/2/layout/IconVerticalSolidList"/>
    <dgm:cxn modelId="{E9147397-CE95-46C8-8AB6-3920064F3305}" type="presParOf" srcId="{1E06D0C2-9071-4EBD-9848-0F2668FDA991}" destId="{3DA01918-BB0B-46A2-8119-8A98EE7CE572}" srcOrd="3" destOrd="0" presId="urn:microsoft.com/office/officeart/2018/2/layout/IconVerticalSolidList"/>
    <dgm:cxn modelId="{BF614804-1273-4036-B97C-11D777188B6C}" type="presParOf" srcId="{545CC187-B9C9-4AE4-AE57-7E5B3F46457A}" destId="{2E4DFBDB-F17A-44D8-BD72-15E1105BF85C}" srcOrd="1" destOrd="0" presId="urn:microsoft.com/office/officeart/2018/2/layout/IconVerticalSolidList"/>
    <dgm:cxn modelId="{1EB9916B-E745-4AFA-9E35-178961BB620A}" type="presParOf" srcId="{545CC187-B9C9-4AE4-AE57-7E5B3F46457A}" destId="{6B8BD792-1A64-4A42-BC02-F1D28EEA1E90}" srcOrd="2" destOrd="0" presId="urn:microsoft.com/office/officeart/2018/2/layout/IconVerticalSolidList"/>
    <dgm:cxn modelId="{DB3B7A21-75B4-40D2-9F5F-D539043BDAC6}" type="presParOf" srcId="{6B8BD792-1A64-4A42-BC02-F1D28EEA1E90}" destId="{6A6CC891-D06F-4590-A4A6-99FEAA95F274}" srcOrd="0" destOrd="0" presId="urn:microsoft.com/office/officeart/2018/2/layout/IconVerticalSolidList"/>
    <dgm:cxn modelId="{02322F0C-AE84-43F6-89D2-268078D158B0}" type="presParOf" srcId="{6B8BD792-1A64-4A42-BC02-F1D28EEA1E90}" destId="{D0A11E2A-EA85-4EF4-B7A5-FF13665C72A1}" srcOrd="1" destOrd="0" presId="urn:microsoft.com/office/officeart/2018/2/layout/IconVerticalSolidList"/>
    <dgm:cxn modelId="{D88A83EE-C7D3-4BF6-8539-34270B9955F0}" type="presParOf" srcId="{6B8BD792-1A64-4A42-BC02-F1D28EEA1E90}" destId="{3B3C17F8-8F98-4658-8982-CE8BFF8F1F17}" srcOrd="2" destOrd="0" presId="urn:microsoft.com/office/officeart/2018/2/layout/IconVerticalSolidList"/>
    <dgm:cxn modelId="{9ADA1945-BF83-459C-9B90-D2452995A7AD}" type="presParOf" srcId="{6B8BD792-1A64-4A42-BC02-F1D28EEA1E90}" destId="{DA0506CA-A687-40BD-B2C1-C7C957EDB38E}" srcOrd="3" destOrd="0" presId="urn:microsoft.com/office/officeart/2018/2/layout/IconVerticalSolidList"/>
    <dgm:cxn modelId="{9BED8DF2-A3B7-4F3B-810C-B417CE14C26D}" type="presParOf" srcId="{545CC187-B9C9-4AE4-AE57-7E5B3F46457A}" destId="{69766A47-6702-4436-9AAD-5284ABF9C117}" srcOrd="3" destOrd="0" presId="urn:microsoft.com/office/officeart/2018/2/layout/IconVerticalSolidList"/>
    <dgm:cxn modelId="{9A2CE6D4-2F96-4DED-89AF-414B3902B2CE}" type="presParOf" srcId="{545CC187-B9C9-4AE4-AE57-7E5B3F46457A}" destId="{8C836CE9-B0E9-4C93-B51D-8E3473404483}" srcOrd="4" destOrd="0" presId="urn:microsoft.com/office/officeart/2018/2/layout/IconVerticalSolidList"/>
    <dgm:cxn modelId="{F2A8BB36-CB13-460F-AE6F-EEB4263D67BA}" type="presParOf" srcId="{8C836CE9-B0E9-4C93-B51D-8E3473404483}" destId="{E4C30A4B-8722-4AAC-91B5-217193B4B05F}" srcOrd="0" destOrd="0" presId="urn:microsoft.com/office/officeart/2018/2/layout/IconVerticalSolidList"/>
    <dgm:cxn modelId="{143719AE-7219-46BE-A90B-F5DC4BABC966}" type="presParOf" srcId="{8C836CE9-B0E9-4C93-B51D-8E3473404483}" destId="{1522CA61-73E4-4050-9AAE-81C929CB1834}" srcOrd="1" destOrd="0" presId="urn:microsoft.com/office/officeart/2018/2/layout/IconVerticalSolidList"/>
    <dgm:cxn modelId="{F44FE26D-1F33-4702-88D6-0F8A6BE7401E}" type="presParOf" srcId="{8C836CE9-B0E9-4C93-B51D-8E3473404483}" destId="{B1011C1F-B283-4DBE-B153-E9FCAEA803D8}" srcOrd="2" destOrd="0" presId="urn:microsoft.com/office/officeart/2018/2/layout/IconVerticalSolidList"/>
    <dgm:cxn modelId="{80BDF5A3-6251-4777-932E-AA82D479239D}" type="presParOf" srcId="{8C836CE9-B0E9-4C93-B51D-8E3473404483}" destId="{A67F11BA-1796-4316-98C3-724AD54710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96A4CF-CF66-47DA-92C5-724ED97C509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C9318D9-7A8B-41A7-A70F-A4A35E7CA45A}">
      <dgm:prSet phldrT="[Texto]"/>
      <dgm:spPr/>
      <dgm:t>
        <a:bodyPr/>
        <a:lstStyle/>
        <a:p>
          <a:r>
            <a:rPr lang="es-ES" dirty="0"/>
            <a:t>Intercambio previo.</a:t>
          </a:r>
        </a:p>
      </dgm:t>
    </dgm:pt>
    <dgm:pt modelId="{937E2F83-AF83-4850-8ACF-EC8791BF98AE}" type="parTrans" cxnId="{BEFC72E0-9BE3-4401-8E68-D9C1CB42C022}">
      <dgm:prSet/>
      <dgm:spPr/>
      <dgm:t>
        <a:bodyPr/>
        <a:lstStyle/>
        <a:p>
          <a:endParaRPr lang="es-ES"/>
        </a:p>
      </dgm:t>
    </dgm:pt>
    <dgm:pt modelId="{0156CC48-3312-4482-A65D-B694AAFEB002}" type="sibTrans" cxnId="{BEFC72E0-9BE3-4401-8E68-D9C1CB42C022}">
      <dgm:prSet/>
      <dgm:spPr/>
      <dgm:t>
        <a:bodyPr/>
        <a:lstStyle/>
        <a:p>
          <a:endParaRPr lang="es-ES"/>
        </a:p>
      </dgm:t>
    </dgm:pt>
    <dgm:pt modelId="{190C2D78-3E90-4597-823A-9A979B3FDFB7}">
      <dgm:prSet phldrT="[Texto]"/>
      <dgm:spPr/>
      <dgm:t>
        <a:bodyPr/>
        <a:lstStyle/>
        <a:p>
          <a:r>
            <a:rPr lang="es-ES" dirty="0"/>
            <a:t>Clave secreta.</a:t>
          </a:r>
        </a:p>
      </dgm:t>
    </dgm:pt>
    <dgm:pt modelId="{06C767DE-C4D8-4246-9507-87CBB0BC169A}" type="parTrans" cxnId="{5367582D-5D54-46D6-8D33-5112368099D4}">
      <dgm:prSet/>
      <dgm:spPr/>
      <dgm:t>
        <a:bodyPr/>
        <a:lstStyle/>
        <a:p>
          <a:endParaRPr lang="es-ES"/>
        </a:p>
      </dgm:t>
    </dgm:pt>
    <dgm:pt modelId="{1903E0CB-D39C-4F2F-BE8B-30D4AEB29D31}" type="sibTrans" cxnId="{5367582D-5D54-46D6-8D33-5112368099D4}">
      <dgm:prSet/>
      <dgm:spPr/>
      <dgm:t>
        <a:bodyPr/>
        <a:lstStyle/>
        <a:p>
          <a:endParaRPr lang="es-ES"/>
        </a:p>
      </dgm:t>
    </dgm:pt>
    <dgm:pt modelId="{0BB7B60B-0FB9-4EEC-977F-6980EEED234A}">
      <dgm:prSet/>
      <dgm:spPr/>
      <dgm:t>
        <a:bodyPr/>
        <a:lstStyle/>
        <a:p>
          <a:r>
            <a:rPr lang="es-ES" dirty="0"/>
            <a:t>Algoritmo común.</a:t>
          </a:r>
        </a:p>
      </dgm:t>
    </dgm:pt>
    <dgm:pt modelId="{D2647BCF-E730-45A2-A379-ACD335AF017D}" type="parTrans" cxnId="{674D8475-105D-4CF9-8CBB-C8AF74D9F0DC}">
      <dgm:prSet/>
      <dgm:spPr/>
      <dgm:t>
        <a:bodyPr/>
        <a:lstStyle/>
        <a:p>
          <a:endParaRPr lang="es-ES"/>
        </a:p>
      </dgm:t>
    </dgm:pt>
    <dgm:pt modelId="{FDBA677E-505C-42A4-AF51-58CA2354FEF2}" type="sibTrans" cxnId="{674D8475-105D-4CF9-8CBB-C8AF74D9F0DC}">
      <dgm:prSet/>
      <dgm:spPr/>
      <dgm:t>
        <a:bodyPr/>
        <a:lstStyle/>
        <a:p>
          <a:endParaRPr lang="es-ES"/>
        </a:p>
      </dgm:t>
    </dgm:pt>
    <dgm:pt modelId="{B484D02B-FB71-491B-B849-A37F95003A94}">
      <dgm:prSet/>
      <dgm:spPr/>
      <dgm:t>
        <a:bodyPr/>
        <a:lstStyle/>
        <a:p>
          <a:r>
            <a:rPr lang="es-ES" dirty="0"/>
            <a:t>Sin mecanismos de autenticidad o integridad.</a:t>
          </a:r>
        </a:p>
      </dgm:t>
    </dgm:pt>
    <dgm:pt modelId="{C0A5D4E8-D2DD-4082-AB3D-A512A0D7DEC8}" type="parTrans" cxnId="{9D5828A0-CDFF-430D-8F25-3FBC1B84BAAE}">
      <dgm:prSet/>
      <dgm:spPr/>
      <dgm:t>
        <a:bodyPr/>
        <a:lstStyle/>
        <a:p>
          <a:endParaRPr lang="es-ES"/>
        </a:p>
      </dgm:t>
    </dgm:pt>
    <dgm:pt modelId="{B3779714-7731-4F03-8DE2-94DA37464ACE}" type="sibTrans" cxnId="{9D5828A0-CDFF-430D-8F25-3FBC1B84BAAE}">
      <dgm:prSet/>
      <dgm:spPr/>
      <dgm:t>
        <a:bodyPr/>
        <a:lstStyle/>
        <a:p>
          <a:endParaRPr lang="es-ES"/>
        </a:p>
      </dgm:t>
    </dgm:pt>
    <dgm:pt modelId="{3F07C48D-4CF5-44B4-886C-E6CA73F9205E}" type="pres">
      <dgm:prSet presAssocID="{F096A4CF-CF66-47DA-92C5-724ED97C509C}" presName="diagram" presStyleCnt="0">
        <dgm:presLayoutVars>
          <dgm:dir/>
          <dgm:resizeHandles val="exact"/>
        </dgm:presLayoutVars>
      </dgm:prSet>
      <dgm:spPr/>
    </dgm:pt>
    <dgm:pt modelId="{94DFBE03-686E-4E71-8C78-E387F16C2521}" type="pres">
      <dgm:prSet presAssocID="{7C9318D9-7A8B-41A7-A70F-A4A35E7CA45A}" presName="node" presStyleLbl="node1" presStyleIdx="0" presStyleCnt="4">
        <dgm:presLayoutVars>
          <dgm:bulletEnabled val="1"/>
        </dgm:presLayoutVars>
      </dgm:prSet>
      <dgm:spPr/>
    </dgm:pt>
    <dgm:pt modelId="{A20B0B0D-A755-43D9-9ACE-FC603212088A}" type="pres">
      <dgm:prSet presAssocID="{0156CC48-3312-4482-A65D-B694AAFEB002}" presName="sibTrans" presStyleCnt="0"/>
      <dgm:spPr/>
    </dgm:pt>
    <dgm:pt modelId="{55093C89-651E-477B-A40E-24DFF244E5CE}" type="pres">
      <dgm:prSet presAssocID="{190C2D78-3E90-4597-823A-9A979B3FDFB7}" presName="node" presStyleLbl="node1" presStyleIdx="1" presStyleCnt="4" custLinFactNeighborX="12107">
        <dgm:presLayoutVars>
          <dgm:bulletEnabled val="1"/>
        </dgm:presLayoutVars>
      </dgm:prSet>
      <dgm:spPr/>
    </dgm:pt>
    <dgm:pt modelId="{B46D1173-4922-427D-999F-3A71DE771A60}" type="pres">
      <dgm:prSet presAssocID="{1903E0CB-D39C-4F2F-BE8B-30D4AEB29D31}" presName="sibTrans" presStyleCnt="0"/>
      <dgm:spPr/>
    </dgm:pt>
    <dgm:pt modelId="{3194247F-7CC7-416F-A24E-75AFEE7C784E}" type="pres">
      <dgm:prSet presAssocID="{0BB7B60B-0FB9-4EEC-977F-6980EEED234A}" presName="node" presStyleLbl="node1" presStyleIdx="2" presStyleCnt="4">
        <dgm:presLayoutVars>
          <dgm:bulletEnabled val="1"/>
        </dgm:presLayoutVars>
      </dgm:prSet>
      <dgm:spPr/>
    </dgm:pt>
    <dgm:pt modelId="{AD5E2901-E744-49AA-A29E-EFDF81F8CDFB}" type="pres">
      <dgm:prSet presAssocID="{FDBA677E-505C-42A4-AF51-58CA2354FEF2}" presName="sibTrans" presStyleCnt="0"/>
      <dgm:spPr/>
    </dgm:pt>
    <dgm:pt modelId="{D2058179-AF5F-4701-8FDF-155F3F835898}" type="pres">
      <dgm:prSet presAssocID="{B484D02B-FB71-491B-B849-A37F95003A94}" presName="node" presStyleLbl="node1" presStyleIdx="3" presStyleCnt="4" custLinFactNeighborX="10461" custLinFactNeighborY="28">
        <dgm:presLayoutVars>
          <dgm:bulletEnabled val="1"/>
        </dgm:presLayoutVars>
      </dgm:prSet>
      <dgm:spPr/>
    </dgm:pt>
  </dgm:ptLst>
  <dgm:cxnLst>
    <dgm:cxn modelId="{E0AE8227-CF1F-4DBE-86D6-AEEB262F1673}" type="presOf" srcId="{F096A4CF-CF66-47DA-92C5-724ED97C509C}" destId="{3F07C48D-4CF5-44B4-886C-E6CA73F9205E}" srcOrd="0" destOrd="0" presId="urn:microsoft.com/office/officeart/2005/8/layout/default"/>
    <dgm:cxn modelId="{5367582D-5D54-46D6-8D33-5112368099D4}" srcId="{F096A4CF-CF66-47DA-92C5-724ED97C509C}" destId="{190C2D78-3E90-4597-823A-9A979B3FDFB7}" srcOrd="1" destOrd="0" parTransId="{06C767DE-C4D8-4246-9507-87CBB0BC169A}" sibTransId="{1903E0CB-D39C-4F2F-BE8B-30D4AEB29D31}"/>
    <dgm:cxn modelId="{674D8475-105D-4CF9-8CBB-C8AF74D9F0DC}" srcId="{F096A4CF-CF66-47DA-92C5-724ED97C509C}" destId="{0BB7B60B-0FB9-4EEC-977F-6980EEED234A}" srcOrd="2" destOrd="0" parTransId="{D2647BCF-E730-45A2-A379-ACD335AF017D}" sibTransId="{FDBA677E-505C-42A4-AF51-58CA2354FEF2}"/>
    <dgm:cxn modelId="{6160E255-0C13-497E-8EC0-0F820F6BC247}" type="presOf" srcId="{190C2D78-3E90-4597-823A-9A979B3FDFB7}" destId="{55093C89-651E-477B-A40E-24DFF244E5CE}" srcOrd="0" destOrd="0" presId="urn:microsoft.com/office/officeart/2005/8/layout/default"/>
    <dgm:cxn modelId="{7593E57B-FA3B-4C85-A08A-95EAE62D2765}" type="presOf" srcId="{7C9318D9-7A8B-41A7-A70F-A4A35E7CA45A}" destId="{94DFBE03-686E-4E71-8C78-E387F16C2521}" srcOrd="0" destOrd="0" presId="urn:microsoft.com/office/officeart/2005/8/layout/default"/>
    <dgm:cxn modelId="{9D5828A0-CDFF-430D-8F25-3FBC1B84BAAE}" srcId="{F096A4CF-CF66-47DA-92C5-724ED97C509C}" destId="{B484D02B-FB71-491B-B849-A37F95003A94}" srcOrd="3" destOrd="0" parTransId="{C0A5D4E8-D2DD-4082-AB3D-A512A0D7DEC8}" sibTransId="{B3779714-7731-4F03-8DE2-94DA37464ACE}"/>
    <dgm:cxn modelId="{6B9970DA-A1D6-4484-A3CD-46EB2768EA3E}" type="presOf" srcId="{B484D02B-FB71-491B-B849-A37F95003A94}" destId="{D2058179-AF5F-4701-8FDF-155F3F835898}" srcOrd="0" destOrd="0" presId="urn:microsoft.com/office/officeart/2005/8/layout/default"/>
    <dgm:cxn modelId="{BEFC72E0-9BE3-4401-8E68-D9C1CB42C022}" srcId="{F096A4CF-CF66-47DA-92C5-724ED97C509C}" destId="{7C9318D9-7A8B-41A7-A70F-A4A35E7CA45A}" srcOrd="0" destOrd="0" parTransId="{937E2F83-AF83-4850-8ACF-EC8791BF98AE}" sibTransId="{0156CC48-3312-4482-A65D-B694AAFEB002}"/>
    <dgm:cxn modelId="{E28684E5-6058-4551-933A-1B0FFB0B7257}" type="presOf" srcId="{0BB7B60B-0FB9-4EEC-977F-6980EEED234A}" destId="{3194247F-7CC7-416F-A24E-75AFEE7C784E}" srcOrd="0" destOrd="0" presId="urn:microsoft.com/office/officeart/2005/8/layout/default"/>
    <dgm:cxn modelId="{10F4B9FA-4D89-4D6A-9E52-D0942A46C3D8}" type="presParOf" srcId="{3F07C48D-4CF5-44B4-886C-E6CA73F9205E}" destId="{94DFBE03-686E-4E71-8C78-E387F16C2521}" srcOrd="0" destOrd="0" presId="urn:microsoft.com/office/officeart/2005/8/layout/default"/>
    <dgm:cxn modelId="{504921B5-0149-40DB-B485-BB63C153E5E9}" type="presParOf" srcId="{3F07C48D-4CF5-44B4-886C-E6CA73F9205E}" destId="{A20B0B0D-A755-43D9-9ACE-FC603212088A}" srcOrd="1" destOrd="0" presId="urn:microsoft.com/office/officeart/2005/8/layout/default"/>
    <dgm:cxn modelId="{8E8C68AA-13B6-42DE-86F1-E263D26EA062}" type="presParOf" srcId="{3F07C48D-4CF5-44B4-886C-E6CA73F9205E}" destId="{55093C89-651E-477B-A40E-24DFF244E5CE}" srcOrd="2" destOrd="0" presId="urn:microsoft.com/office/officeart/2005/8/layout/default"/>
    <dgm:cxn modelId="{39E5BD93-45B9-4776-B50E-E736DCA8667E}" type="presParOf" srcId="{3F07C48D-4CF5-44B4-886C-E6CA73F9205E}" destId="{B46D1173-4922-427D-999F-3A71DE771A60}" srcOrd="3" destOrd="0" presId="urn:microsoft.com/office/officeart/2005/8/layout/default"/>
    <dgm:cxn modelId="{453B1680-E29C-4BA2-B738-7B557D69B21D}" type="presParOf" srcId="{3F07C48D-4CF5-44B4-886C-E6CA73F9205E}" destId="{3194247F-7CC7-416F-A24E-75AFEE7C784E}" srcOrd="4" destOrd="0" presId="urn:microsoft.com/office/officeart/2005/8/layout/default"/>
    <dgm:cxn modelId="{717C94ED-79D0-4039-B5DA-CCFCA195E400}" type="presParOf" srcId="{3F07C48D-4CF5-44B4-886C-E6CA73F9205E}" destId="{AD5E2901-E744-49AA-A29E-EFDF81F8CDFB}" srcOrd="5" destOrd="0" presId="urn:microsoft.com/office/officeart/2005/8/layout/default"/>
    <dgm:cxn modelId="{2154FE37-4587-4EC9-B36A-E444218F6B90}" type="presParOf" srcId="{3F07C48D-4CF5-44B4-886C-E6CA73F9205E}" destId="{D2058179-AF5F-4701-8FDF-155F3F83589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653475-6666-40B3-855F-6038B884550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9A6EE9-E12A-416F-B804-AE7C792C2E8D}">
      <dgm:prSet/>
      <dgm:spPr/>
      <dgm:t>
        <a:bodyPr/>
        <a:lstStyle/>
        <a:p>
          <a:pPr>
            <a:defRPr b="1"/>
          </a:pPr>
          <a:r>
            <a:rPr lang="es-ES" dirty="0"/>
            <a:t>Cifrar</a:t>
          </a:r>
          <a:endParaRPr lang="en-US" dirty="0"/>
        </a:p>
      </dgm:t>
    </dgm:pt>
    <dgm:pt modelId="{B4698B80-BDEF-44B8-A851-7A8832A1A5CE}" type="parTrans" cxnId="{11CAF680-ADB6-4F38-9FDE-FD09530F5DAA}">
      <dgm:prSet/>
      <dgm:spPr/>
      <dgm:t>
        <a:bodyPr/>
        <a:lstStyle/>
        <a:p>
          <a:endParaRPr lang="en-US"/>
        </a:p>
      </dgm:t>
    </dgm:pt>
    <dgm:pt modelId="{BB336DEF-0A41-4C50-830B-051E70ABAF0C}" type="sibTrans" cxnId="{11CAF680-ADB6-4F38-9FDE-FD09530F5DAA}">
      <dgm:prSet/>
      <dgm:spPr/>
      <dgm:t>
        <a:bodyPr/>
        <a:lstStyle/>
        <a:p>
          <a:endParaRPr lang="en-US"/>
        </a:p>
      </dgm:t>
    </dgm:pt>
    <dgm:pt modelId="{ADCC4749-6A00-41BD-AE27-0819DD3303AB}">
      <dgm:prSet/>
      <dgm:spPr/>
      <dgm:t>
        <a:bodyPr/>
        <a:lstStyle/>
        <a:p>
          <a:r>
            <a:rPr lang="es-ES" dirty="0"/>
            <a:t>RSA sirve para cifrar y descifrar información.</a:t>
          </a:r>
          <a:endParaRPr lang="en-US" dirty="0"/>
        </a:p>
      </dgm:t>
    </dgm:pt>
    <dgm:pt modelId="{1697DCD0-4999-4DF5-B392-0D7D7FF68A8F}" type="parTrans" cxnId="{67499677-8CF2-46B4-A333-31089C9F0AAC}">
      <dgm:prSet/>
      <dgm:spPr/>
      <dgm:t>
        <a:bodyPr/>
        <a:lstStyle/>
        <a:p>
          <a:endParaRPr lang="en-US"/>
        </a:p>
      </dgm:t>
    </dgm:pt>
    <dgm:pt modelId="{91B5DDED-2D5F-4077-BF82-EFD9301F16DA}" type="sibTrans" cxnId="{67499677-8CF2-46B4-A333-31089C9F0AAC}">
      <dgm:prSet/>
      <dgm:spPr/>
      <dgm:t>
        <a:bodyPr/>
        <a:lstStyle/>
        <a:p>
          <a:endParaRPr lang="en-US"/>
        </a:p>
      </dgm:t>
    </dgm:pt>
    <dgm:pt modelId="{36FC2824-DBDD-4C45-B540-5D9332BA13B4}">
      <dgm:prSet/>
      <dgm:spPr/>
      <dgm:t>
        <a:bodyPr/>
        <a:lstStyle/>
        <a:p>
          <a:pPr>
            <a:defRPr b="1"/>
          </a:pPr>
          <a:r>
            <a:rPr lang="es-ES" dirty="0"/>
            <a:t>Firmar</a:t>
          </a:r>
          <a:endParaRPr lang="en-US" dirty="0"/>
        </a:p>
      </dgm:t>
    </dgm:pt>
    <dgm:pt modelId="{363012B8-3C70-473E-896D-E33407BBD2CE}" type="parTrans" cxnId="{77797227-E27F-439C-ACB8-4242E5B3D66A}">
      <dgm:prSet/>
      <dgm:spPr/>
      <dgm:t>
        <a:bodyPr/>
        <a:lstStyle/>
        <a:p>
          <a:endParaRPr lang="en-US"/>
        </a:p>
      </dgm:t>
    </dgm:pt>
    <dgm:pt modelId="{601CCBDA-9773-4AF4-B6A2-347DB10D22E5}" type="sibTrans" cxnId="{77797227-E27F-439C-ACB8-4242E5B3D66A}">
      <dgm:prSet/>
      <dgm:spPr/>
      <dgm:t>
        <a:bodyPr/>
        <a:lstStyle/>
        <a:p>
          <a:endParaRPr lang="en-US"/>
        </a:p>
      </dgm:t>
    </dgm:pt>
    <dgm:pt modelId="{F0B42E0D-40C2-4F00-AF36-B354FAFED658}">
      <dgm:prSet/>
      <dgm:spPr/>
      <dgm:t>
        <a:bodyPr/>
        <a:lstStyle/>
        <a:p>
          <a:r>
            <a:rPr lang="es-ES" dirty="0"/>
            <a:t>También si aplicamos la función con clave privada lo que hacemos es firmar la información para decir que nosotros hemos sido quien la ha emitido. </a:t>
          </a:r>
          <a:endParaRPr lang="en-US" dirty="0"/>
        </a:p>
      </dgm:t>
    </dgm:pt>
    <dgm:pt modelId="{C2ED0F3C-5EFC-4549-A9A4-BCC1FF7CE709}" type="parTrans" cxnId="{EB67282F-F4D4-4CA0-9BE3-5D932EFABE81}">
      <dgm:prSet/>
      <dgm:spPr/>
      <dgm:t>
        <a:bodyPr/>
        <a:lstStyle/>
        <a:p>
          <a:endParaRPr lang="en-US"/>
        </a:p>
      </dgm:t>
    </dgm:pt>
    <dgm:pt modelId="{E633F85F-2A00-4D1D-A4A3-B13718869D34}" type="sibTrans" cxnId="{EB67282F-F4D4-4CA0-9BE3-5D932EFABE81}">
      <dgm:prSet/>
      <dgm:spPr/>
      <dgm:t>
        <a:bodyPr/>
        <a:lstStyle/>
        <a:p>
          <a:endParaRPr lang="en-US"/>
        </a:p>
      </dgm:t>
    </dgm:pt>
    <dgm:pt modelId="{A36FF52E-1AF5-4499-94D0-EEAC5CB383CA}" type="pres">
      <dgm:prSet presAssocID="{14653475-6666-40B3-855F-6038B8845506}" presName="root" presStyleCnt="0">
        <dgm:presLayoutVars>
          <dgm:dir/>
          <dgm:resizeHandles val="exact"/>
        </dgm:presLayoutVars>
      </dgm:prSet>
      <dgm:spPr/>
    </dgm:pt>
    <dgm:pt modelId="{DAE42939-73A3-42C8-91EB-F37D4453D29D}" type="pres">
      <dgm:prSet presAssocID="{A99A6EE9-E12A-416F-B804-AE7C792C2E8D}" presName="compNode" presStyleCnt="0"/>
      <dgm:spPr/>
    </dgm:pt>
    <dgm:pt modelId="{BE41307F-4609-4DA1-92E6-F1CD60E16F64}" type="pres">
      <dgm:prSet presAssocID="{A99A6EE9-E12A-416F-B804-AE7C792C2E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E22AC201-640A-40AC-88F0-57B65A4D4C0D}" type="pres">
      <dgm:prSet presAssocID="{A99A6EE9-E12A-416F-B804-AE7C792C2E8D}" presName="iconSpace" presStyleCnt="0"/>
      <dgm:spPr/>
    </dgm:pt>
    <dgm:pt modelId="{F8034362-D833-4994-9A93-0DFE286E66E4}" type="pres">
      <dgm:prSet presAssocID="{A99A6EE9-E12A-416F-B804-AE7C792C2E8D}" presName="parTx" presStyleLbl="revTx" presStyleIdx="0" presStyleCnt="4">
        <dgm:presLayoutVars>
          <dgm:chMax val="0"/>
          <dgm:chPref val="0"/>
        </dgm:presLayoutVars>
      </dgm:prSet>
      <dgm:spPr/>
    </dgm:pt>
    <dgm:pt modelId="{9C93133B-197D-4C30-8617-B0B80B4BB8CB}" type="pres">
      <dgm:prSet presAssocID="{A99A6EE9-E12A-416F-B804-AE7C792C2E8D}" presName="txSpace" presStyleCnt="0"/>
      <dgm:spPr/>
    </dgm:pt>
    <dgm:pt modelId="{8F90CF00-E32C-47AD-82BA-2A1E06B29D64}" type="pres">
      <dgm:prSet presAssocID="{A99A6EE9-E12A-416F-B804-AE7C792C2E8D}" presName="desTx" presStyleLbl="revTx" presStyleIdx="1" presStyleCnt="4">
        <dgm:presLayoutVars/>
      </dgm:prSet>
      <dgm:spPr/>
    </dgm:pt>
    <dgm:pt modelId="{5F624C8A-AEF1-4019-9C7A-16A1878DB061}" type="pres">
      <dgm:prSet presAssocID="{BB336DEF-0A41-4C50-830B-051E70ABAF0C}" presName="sibTrans" presStyleCnt="0"/>
      <dgm:spPr/>
    </dgm:pt>
    <dgm:pt modelId="{1E25E05F-1E27-40D0-B9C4-391C204BC306}" type="pres">
      <dgm:prSet presAssocID="{36FC2824-DBDD-4C45-B540-5D9332BA13B4}" presName="compNode" presStyleCnt="0"/>
      <dgm:spPr/>
    </dgm:pt>
    <dgm:pt modelId="{40186866-01A9-4EC4-9412-6FAD4537D0B5}" type="pres">
      <dgm:prSet presAssocID="{36FC2824-DBDD-4C45-B540-5D9332BA13B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DC841D8-DF9E-4BCB-8993-0AB1B88C5521}" type="pres">
      <dgm:prSet presAssocID="{36FC2824-DBDD-4C45-B540-5D9332BA13B4}" presName="iconSpace" presStyleCnt="0"/>
      <dgm:spPr/>
    </dgm:pt>
    <dgm:pt modelId="{403A7BA3-E739-4585-A022-5AD0058551A5}" type="pres">
      <dgm:prSet presAssocID="{36FC2824-DBDD-4C45-B540-5D9332BA13B4}" presName="parTx" presStyleLbl="revTx" presStyleIdx="2" presStyleCnt="4">
        <dgm:presLayoutVars>
          <dgm:chMax val="0"/>
          <dgm:chPref val="0"/>
        </dgm:presLayoutVars>
      </dgm:prSet>
      <dgm:spPr/>
    </dgm:pt>
    <dgm:pt modelId="{151F0506-2D47-465C-B6BA-7F4C20B8D043}" type="pres">
      <dgm:prSet presAssocID="{36FC2824-DBDD-4C45-B540-5D9332BA13B4}" presName="txSpace" presStyleCnt="0"/>
      <dgm:spPr/>
    </dgm:pt>
    <dgm:pt modelId="{84105D38-168B-4EAC-95C3-C563665F908C}" type="pres">
      <dgm:prSet presAssocID="{36FC2824-DBDD-4C45-B540-5D9332BA13B4}" presName="desTx" presStyleLbl="revTx" presStyleIdx="3" presStyleCnt="4">
        <dgm:presLayoutVars/>
      </dgm:prSet>
      <dgm:spPr/>
    </dgm:pt>
  </dgm:ptLst>
  <dgm:cxnLst>
    <dgm:cxn modelId="{77797227-E27F-439C-ACB8-4242E5B3D66A}" srcId="{14653475-6666-40B3-855F-6038B8845506}" destId="{36FC2824-DBDD-4C45-B540-5D9332BA13B4}" srcOrd="1" destOrd="0" parTransId="{363012B8-3C70-473E-896D-E33407BBD2CE}" sibTransId="{601CCBDA-9773-4AF4-B6A2-347DB10D22E5}"/>
    <dgm:cxn modelId="{EB67282F-F4D4-4CA0-9BE3-5D932EFABE81}" srcId="{36FC2824-DBDD-4C45-B540-5D9332BA13B4}" destId="{F0B42E0D-40C2-4F00-AF36-B354FAFED658}" srcOrd="0" destOrd="0" parTransId="{C2ED0F3C-5EFC-4549-A9A4-BCC1FF7CE709}" sibTransId="{E633F85F-2A00-4D1D-A4A3-B13718869D34}"/>
    <dgm:cxn modelId="{67499677-8CF2-46B4-A333-31089C9F0AAC}" srcId="{A99A6EE9-E12A-416F-B804-AE7C792C2E8D}" destId="{ADCC4749-6A00-41BD-AE27-0819DD3303AB}" srcOrd="0" destOrd="0" parTransId="{1697DCD0-4999-4DF5-B392-0D7D7FF68A8F}" sibTransId="{91B5DDED-2D5F-4077-BF82-EFD9301F16DA}"/>
    <dgm:cxn modelId="{5309567A-5FF3-4A9B-A153-AEA869B37C6F}" type="presOf" srcId="{ADCC4749-6A00-41BD-AE27-0819DD3303AB}" destId="{8F90CF00-E32C-47AD-82BA-2A1E06B29D64}" srcOrd="0" destOrd="0" presId="urn:microsoft.com/office/officeart/2018/5/layout/CenteredIconLabelDescriptionList"/>
    <dgm:cxn modelId="{BC6E1B7C-B536-4AF2-9D7A-E8D253E434F7}" type="presOf" srcId="{A99A6EE9-E12A-416F-B804-AE7C792C2E8D}" destId="{F8034362-D833-4994-9A93-0DFE286E66E4}" srcOrd="0" destOrd="0" presId="urn:microsoft.com/office/officeart/2018/5/layout/CenteredIconLabelDescriptionList"/>
    <dgm:cxn modelId="{11CAF680-ADB6-4F38-9FDE-FD09530F5DAA}" srcId="{14653475-6666-40B3-855F-6038B8845506}" destId="{A99A6EE9-E12A-416F-B804-AE7C792C2E8D}" srcOrd="0" destOrd="0" parTransId="{B4698B80-BDEF-44B8-A851-7A8832A1A5CE}" sibTransId="{BB336DEF-0A41-4C50-830B-051E70ABAF0C}"/>
    <dgm:cxn modelId="{178E5ABC-ED6A-4AFC-AA34-1091A1C84455}" type="presOf" srcId="{14653475-6666-40B3-855F-6038B8845506}" destId="{A36FF52E-1AF5-4499-94D0-EEAC5CB383CA}" srcOrd="0" destOrd="0" presId="urn:microsoft.com/office/officeart/2018/5/layout/CenteredIconLabelDescriptionList"/>
    <dgm:cxn modelId="{7A6919C3-031E-40E0-B667-B73CB9345256}" type="presOf" srcId="{36FC2824-DBDD-4C45-B540-5D9332BA13B4}" destId="{403A7BA3-E739-4585-A022-5AD0058551A5}" srcOrd="0" destOrd="0" presId="urn:microsoft.com/office/officeart/2018/5/layout/CenteredIconLabelDescriptionList"/>
    <dgm:cxn modelId="{059B47CD-0876-4A3E-9470-2BB7DE447C35}" type="presOf" srcId="{F0B42E0D-40C2-4F00-AF36-B354FAFED658}" destId="{84105D38-168B-4EAC-95C3-C563665F908C}" srcOrd="0" destOrd="0" presId="urn:microsoft.com/office/officeart/2018/5/layout/CenteredIconLabelDescriptionList"/>
    <dgm:cxn modelId="{E4CEDE52-40FC-4DFA-B394-408615E71A4C}" type="presParOf" srcId="{A36FF52E-1AF5-4499-94D0-EEAC5CB383CA}" destId="{DAE42939-73A3-42C8-91EB-F37D4453D29D}" srcOrd="0" destOrd="0" presId="urn:microsoft.com/office/officeart/2018/5/layout/CenteredIconLabelDescriptionList"/>
    <dgm:cxn modelId="{50946C6C-8439-4888-B327-C0683338E859}" type="presParOf" srcId="{DAE42939-73A3-42C8-91EB-F37D4453D29D}" destId="{BE41307F-4609-4DA1-92E6-F1CD60E16F64}" srcOrd="0" destOrd="0" presId="urn:microsoft.com/office/officeart/2018/5/layout/CenteredIconLabelDescriptionList"/>
    <dgm:cxn modelId="{B6A519C6-013D-4C7A-8A32-3581D66C8886}" type="presParOf" srcId="{DAE42939-73A3-42C8-91EB-F37D4453D29D}" destId="{E22AC201-640A-40AC-88F0-57B65A4D4C0D}" srcOrd="1" destOrd="0" presId="urn:microsoft.com/office/officeart/2018/5/layout/CenteredIconLabelDescriptionList"/>
    <dgm:cxn modelId="{99984133-25B8-43F8-82CD-6ED13DC32E60}" type="presParOf" srcId="{DAE42939-73A3-42C8-91EB-F37D4453D29D}" destId="{F8034362-D833-4994-9A93-0DFE286E66E4}" srcOrd="2" destOrd="0" presId="urn:microsoft.com/office/officeart/2018/5/layout/CenteredIconLabelDescriptionList"/>
    <dgm:cxn modelId="{EAAFDEB9-46D6-4005-AB8E-D85682C2F5A6}" type="presParOf" srcId="{DAE42939-73A3-42C8-91EB-F37D4453D29D}" destId="{9C93133B-197D-4C30-8617-B0B80B4BB8CB}" srcOrd="3" destOrd="0" presId="urn:microsoft.com/office/officeart/2018/5/layout/CenteredIconLabelDescriptionList"/>
    <dgm:cxn modelId="{BCBCDEE4-1D2F-4598-9AB5-D223D898E1A1}" type="presParOf" srcId="{DAE42939-73A3-42C8-91EB-F37D4453D29D}" destId="{8F90CF00-E32C-47AD-82BA-2A1E06B29D64}" srcOrd="4" destOrd="0" presId="urn:microsoft.com/office/officeart/2018/5/layout/CenteredIconLabelDescriptionList"/>
    <dgm:cxn modelId="{45904F42-649B-4580-908D-4CBA7CF1BF01}" type="presParOf" srcId="{A36FF52E-1AF5-4499-94D0-EEAC5CB383CA}" destId="{5F624C8A-AEF1-4019-9C7A-16A1878DB061}" srcOrd="1" destOrd="0" presId="urn:microsoft.com/office/officeart/2018/5/layout/CenteredIconLabelDescriptionList"/>
    <dgm:cxn modelId="{E84C3CF3-3B9E-4CCD-809B-E402FD0B9775}" type="presParOf" srcId="{A36FF52E-1AF5-4499-94D0-EEAC5CB383CA}" destId="{1E25E05F-1E27-40D0-B9C4-391C204BC306}" srcOrd="2" destOrd="0" presId="urn:microsoft.com/office/officeart/2018/5/layout/CenteredIconLabelDescriptionList"/>
    <dgm:cxn modelId="{ECBF8D7A-9019-479B-B4F9-D3ED132E2730}" type="presParOf" srcId="{1E25E05F-1E27-40D0-B9C4-391C204BC306}" destId="{40186866-01A9-4EC4-9412-6FAD4537D0B5}" srcOrd="0" destOrd="0" presId="urn:microsoft.com/office/officeart/2018/5/layout/CenteredIconLabelDescriptionList"/>
    <dgm:cxn modelId="{7385A7F5-D77C-4A50-AC0A-8923FCFD3632}" type="presParOf" srcId="{1E25E05F-1E27-40D0-B9C4-391C204BC306}" destId="{CDC841D8-DF9E-4BCB-8993-0AB1B88C5521}" srcOrd="1" destOrd="0" presId="urn:microsoft.com/office/officeart/2018/5/layout/CenteredIconLabelDescriptionList"/>
    <dgm:cxn modelId="{C51A18D7-0C59-41B7-8FE7-7F172EF43ECA}" type="presParOf" srcId="{1E25E05F-1E27-40D0-B9C4-391C204BC306}" destId="{403A7BA3-E739-4585-A022-5AD0058551A5}" srcOrd="2" destOrd="0" presId="urn:microsoft.com/office/officeart/2018/5/layout/CenteredIconLabelDescriptionList"/>
    <dgm:cxn modelId="{E2ED80D4-DAC0-4F4E-95EA-77FB8BDC890D}" type="presParOf" srcId="{1E25E05F-1E27-40D0-B9C4-391C204BC306}" destId="{151F0506-2D47-465C-B6BA-7F4C20B8D043}" srcOrd="3" destOrd="0" presId="urn:microsoft.com/office/officeart/2018/5/layout/CenteredIconLabelDescriptionList"/>
    <dgm:cxn modelId="{832885E0-63B8-4DAC-A60D-E115CDA908DA}" type="presParOf" srcId="{1E25E05F-1E27-40D0-B9C4-391C204BC306}" destId="{84105D38-168B-4EAC-95C3-C563665F90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928FD-123D-44A0-A78C-C1FEBA96DED9}">
      <dsp:nvSpPr>
        <dsp:cNvPr id="0" name=""/>
        <dsp:cNvSpPr/>
      </dsp:nvSpPr>
      <dsp:spPr>
        <a:xfrm>
          <a:off x="799474" y="80356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21FE4-06FB-4CEB-A173-BEBA5251C48A}">
      <dsp:nvSpPr>
        <dsp:cNvPr id="0" name=""/>
        <dsp:cNvSpPr/>
      </dsp:nvSpPr>
      <dsp:spPr>
        <a:xfrm>
          <a:off x="1033474" y="10375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DBE00-8505-4D40-972A-1C36E6BCA5ED}">
      <dsp:nvSpPr>
        <dsp:cNvPr id="0" name=""/>
        <dsp:cNvSpPr/>
      </dsp:nvSpPr>
      <dsp:spPr>
        <a:xfrm>
          <a:off x="448474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 dirty="0"/>
            <a:t>Introducción</a:t>
          </a:r>
          <a:endParaRPr lang="en-US" sz="1900" kern="1200" dirty="0"/>
        </a:p>
      </dsp:txBody>
      <dsp:txXfrm>
        <a:off x="448474" y="2243569"/>
        <a:ext cx="1800000" cy="720000"/>
      </dsp:txXfrm>
    </dsp:sp>
    <dsp:sp modelId="{2AEC9E5B-DB2F-4116-B1C5-87F4576CB5D8}">
      <dsp:nvSpPr>
        <dsp:cNvPr id="0" name=""/>
        <dsp:cNvSpPr/>
      </dsp:nvSpPr>
      <dsp:spPr>
        <a:xfrm>
          <a:off x="2914474" y="80356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43349-B2B6-4A17-8774-72FF6C30145D}">
      <dsp:nvSpPr>
        <dsp:cNvPr id="0" name=""/>
        <dsp:cNvSpPr/>
      </dsp:nvSpPr>
      <dsp:spPr>
        <a:xfrm>
          <a:off x="3148474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762E4-D69B-4968-8ACE-550D49051E11}">
      <dsp:nvSpPr>
        <dsp:cNvPr id="0" name=""/>
        <dsp:cNvSpPr/>
      </dsp:nvSpPr>
      <dsp:spPr>
        <a:xfrm>
          <a:off x="2563474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 dirty="0"/>
            <a:t>Criptografía clásica</a:t>
          </a:r>
          <a:endParaRPr lang="en-US" sz="1900" kern="1200" dirty="0"/>
        </a:p>
      </dsp:txBody>
      <dsp:txXfrm>
        <a:off x="2563474" y="2243569"/>
        <a:ext cx="1800000" cy="720000"/>
      </dsp:txXfrm>
    </dsp:sp>
    <dsp:sp modelId="{A838D911-4E61-417D-9C22-EED7DCB0F7D5}">
      <dsp:nvSpPr>
        <dsp:cNvPr id="0" name=""/>
        <dsp:cNvSpPr/>
      </dsp:nvSpPr>
      <dsp:spPr>
        <a:xfrm>
          <a:off x="5029475" y="80356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2C17A-8C16-45CD-8862-970F6B3A3EA7}">
      <dsp:nvSpPr>
        <dsp:cNvPr id="0" name=""/>
        <dsp:cNvSpPr/>
      </dsp:nvSpPr>
      <dsp:spPr>
        <a:xfrm>
          <a:off x="5263475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9AF60-21ED-49FE-9F43-458197BC6D2F}">
      <dsp:nvSpPr>
        <dsp:cNvPr id="0" name=""/>
        <dsp:cNvSpPr/>
      </dsp:nvSpPr>
      <dsp:spPr>
        <a:xfrm>
          <a:off x="4678475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 dirty="0"/>
            <a:t>Criptografía simétrica</a:t>
          </a:r>
          <a:endParaRPr lang="en-US" sz="1900" kern="1200" dirty="0"/>
        </a:p>
      </dsp:txBody>
      <dsp:txXfrm>
        <a:off x="4678475" y="2243569"/>
        <a:ext cx="1800000" cy="720000"/>
      </dsp:txXfrm>
    </dsp:sp>
    <dsp:sp modelId="{FCEA6993-243C-44F4-A3F9-4501C0A02260}">
      <dsp:nvSpPr>
        <dsp:cNvPr id="0" name=""/>
        <dsp:cNvSpPr/>
      </dsp:nvSpPr>
      <dsp:spPr>
        <a:xfrm>
          <a:off x="7144475" y="80356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2486C-0847-4640-9FDA-664B240A3245}">
      <dsp:nvSpPr>
        <dsp:cNvPr id="0" name=""/>
        <dsp:cNvSpPr/>
      </dsp:nvSpPr>
      <dsp:spPr>
        <a:xfrm>
          <a:off x="7378475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34DF1-2BE3-48FC-83FC-62F9B5AC7A41}">
      <dsp:nvSpPr>
        <dsp:cNvPr id="0" name=""/>
        <dsp:cNvSpPr/>
      </dsp:nvSpPr>
      <dsp:spPr>
        <a:xfrm>
          <a:off x="6793475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 dirty="0"/>
            <a:t>Criptografía asimétrica</a:t>
          </a:r>
          <a:endParaRPr lang="en-US" sz="1900" kern="1200" dirty="0"/>
        </a:p>
      </dsp:txBody>
      <dsp:txXfrm>
        <a:off x="6793475" y="2243569"/>
        <a:ext cx="1800000" cy="720000"/>
      </dsp:txXfrm>
    </dsp:sp>
    <dsp:sp modelId="{2CF8E5C3-B811-49DC-9062-10B1AEE31BFF}">
      <dsp:nvSpPr>
        <dsp:cNvPr id="0" name=""/>
        <dsp:cNvSpPr/>
      </dsp:nvSpPr>
      <dsp:spPr>
        <a:xfrm>
          <a:off x="9259475" y="803568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1D24A-CC69-42D1-A36C-2D9439521B2F}">
      <dsp:nvSpPr>
        <dsp:cNvPr id="0" name=""/>
        <dsp:cNvSpPr/>
      </dsp:nvSpPr>
      <dsp:spPr>
        <a:xfrm>
          <a:off x="9493475" y="10375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24192-6DA7-4C3F-A66E-D6375B54AB96}">
      <dsp:nvSpPr>
        <dsp:cNvPr id="0" name=""/>
        <dsp:cNvSpPr/>
      </dsp:nvSpPr>
      <dsp:spPr>
        <a:xfrm>
          <a:off x="8908475" y="22435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 dirty="0"/>
            <a:t>Funciones hash</a:t>
          </a:r>
        </a:p>
      </dsp:txBody>
      <dsp:txXfrm>
        <a:off x="8908475" y="2243569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8B24A0-8585-4B6C-8CB4-DE6C09CB7557}">
      <dsp:nvSpPr>
        <dsp:cNvPr id="0" name=""/>
        <dsp:cNvSpPr/>
      </dsp:nvSpPr>
      <dsp:spPr>
        <a:xfrm>
          <a:off x="0" y="459"/>
          <a:ext cx="11156950" cy="10760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BB03D-0314-4E66-8DFD-6175354527B3}">
      <dsp:nvSpPr>
        <dsp:cNvPr id="0" name=""/>
        <dsp:cNvSpPr/>
      </dsp:nvSpPr>
      <dsp:spPr>
        <a:xfrm>
          <a:off x="325508" y="242573"/>
          <a:ext cx="591834" cy="5918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01918-BB0B-46A2-8119-8A98EE7CE572}">
      <dsp:nvSpPr>
        <dsp:cNvPr id="0" name=""/>
        <dsp:cNvSpPr/>
      </dsp:nvSpPr>
      <dsp:spPr>
        <a:xfrm>
          <a:off x="1242852" y="459"/>
          <a:ext cx="9914097" cy="107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3" tIns="113883" rIns="113883" bIns="1138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Criptografía: se encargada de diseñar métodos de proteger información.</a:t>
          </a:r>
          <a:endParaRPr lang="en-US" sz="2500" kern="1200" dirty="0"/>
        </a:p>
      </dsp:txBody>
      <dsp:txXfrm>
        <a:off x="1242852" y="459"/>
        <a:ext cx="9914097" cy="1076062"/>
      </dsp:txXfrm>
    </dsp:sp>
    <dsp:sp modelId="{6A6CC891-D06F-4590-A4A6-99FEAA95F274}">
      <dsp:nvSpPr>
        <dsp:cNvPr id="0" name=""/>
        <dsp:cNvSpPr/>
      </dsp:nvSpPr>
      <dsp:spPr>
        <a:xfrm>
          <a:off x="0" y="1345537"/>
          <a:ext cx="11156950" cy="10760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11E2A-EA85-4EF4-B7A5-FF13665C72A1}">
      <dsp:nvSpPr>
        <dsp:cNvPr id="0" name=""/>
        <dsp:cNvSpPr/>
      </dsp:nvSpPr>
      <dsp:spPr>
        <a:xfrm>
          <a:off x="325508" y="1587651"/>
          <a:ext cx="591834" cy="5918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506CA-A687-40BD-B2C1-C7C957EDB38E}">
      <dsp:nvSpPr>
        <dsp:cNvPr id="0" name=""/>
        <dsp:cNvSpPr/>
      </dsp:nvSpPr>
      <dsp:spPr>
        <a:xfrm>
          <a:off x="1242852" y="1345537"/>
          <a:ext cx="9914097" cy="107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3" tIns="113883" rIns="113883" bIns="1138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Criptoanálisis: se encarga de romper los métodos criptográficos.</a:t>
          </a:r>
          <a:endParaRPr lang="en-US" sz="2500" kern="1200" dirty="0"/>
        </a:p>
      </dsp:txBody>
      <dsp:txXfrm>
        <a:off x="1242852" y="1345537"/>
        <a:ext cx="9914097" cy="1076062"/>
      </dsp:txXfrm>
    </dsp:sp>
    <dsp:sp modelId="{E4C30A4B-8722-4AAC-91B5-217193B4B05F}">
      <dsp:nvSpPr>
        <dsp:cNvPr id="0" name=""/>
        <dsp:cNvSpPr/>
      </dsp:nvSpPr>
      <dsp:spPr>
        <a:xfrm>
          <a:off x="0" y="2690615"/>
          <a:ext cx="11156950" cy="10760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2CA61-73E4-4050-9AAE-81C929CB1834}">
      <dsp:nvSpPr>
        <dsp:cNvPr id="0" name=""/>
        <dsp:cNvSpPr/>
      </dsp:nvSpPr>
      <dsp:spPr>
        <a:xfrm>
          <a:off x="325508" y="2932729"/>
          <a:ext cx="591834" cy="5918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F11BA-1796-4316-98C3-724AD5471026}">
      <dsp:nvSpPr>
        <dsp:cNvPr id="0" name=""/>
        <dsp:cNvSpPr/>
      </dsp:nvSpPr>
      <dsp:spPr>
        <a:xfrm>
          <a:off x="1242852" y="2690615"/>
          <a:ext cx="9914097" cy="107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3" tIns="113883" rIns="113883" bIns="1138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Criptología: Es la combinación de la criptografía y el criptoanálisis.</a:t>
          </a:r>
          <a:endParaRPr lang="en-US" sz="2500" kern="1200" dirty="0"/>
        </a:p>
      </dsp:txBody>
      <dsp:txXfrm>
        <a:off x="1242852" y="2690615"/>
        <a:ext cx="9914097" cy="1076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FBE03-686E-4E71-8C78-E387F16C2521}">
      <dsp:nvSpPr>
        <dsp:cNvPr id="0" name=""/>
        <dsp:cNvSpPr/>
      </dsp:nvSpPr>
      <dsp:spPr>
        <a:xfrm>
          <a:off x="987034" y="438"/>
          <a:ext cx="2596312" cy="1557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Intercambio previo.</a:t>
          </a:r>
        </a:p>
      </dsp:txBody>
      <dsp:txXfrm>
        <a:off x="987034" y="438"/>
        <a:ext cx="2596312" cy="1557787"/>
      </dsp:txXfrm>
    </dsp:sp>
    <dsp:sp modelId="{55093C89-651E-477B-A40E-24DFF244E5CE}">
      <dsp:nvSpPr>
        <dsp:cNvPr id="0" name=""/>
        <dsp:cNvSpPr/>
      </dsp:nvSpPr>
      <dsp:spPr>
        <a:xfrm>
          <a:off x="4157313" y="438"/>
          <a:ext cx="2596312" cy="1557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Clave secreta.</a:t>
          </a:r>
        </a:p>
      </dsp:txBody>
      <dsp:txXfrm>
        <a:off x="4157313" y="438"/>
        <a:ext cx="2596312" cy="1557787"/>
      </dsp:txXfrm>
    </dsp:sp>
    <dsp:sp modelId="{3194247F-7CC7-416F-A24E-75AFEE7C784E}">
      <dsp:nvSpPr>
        <dsp:cNvPr id="0" name=""/>
        <dsp:cNvSpPr/>
      </dsp:nvSpPr>
      <dsp:spPr>
        <a:xfrm>
          <a:off x="987034" y="1817857"/>
          <a:ext cx="2596312" cy="1557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Algoritmo común.</a:t>
          </a:r>
        </a:p>
      </dsp:txBody>
      <dsp:txXfrm>
        <a:off x="987034" y="1817857"/>
        <a:ext cx="2596312" cy="1557787"/>
      </dsp:txXfrm>
    </dsp:sp>
    <dsp:sp modelId="{D2058179-AF5F-4701-8FDF-155F3F835898}">
      <dsp:nvSpPr>
        <dsp:cNvPr id="0" name=""/>
        <dsp:cNvSpPr/>
      </dsp:nvSpPr>
      <dsp:spPr>
        <a:xfrm>
          <a:off x="4114578" y="1818293"/>
          <a:ext cx="2596312" cy="1557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Sin mecanismos de autenticidad o integridad.</a:t>
          </a:r>
        </a:p>
      </dsp:txBody>
      <dsp:txXfrm>
        <a:off x="4114578" y="1818293"/>
        <a:ext cx="2596312" cy="15577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1307F-4609-4DA1-92E6-F1CD60E16F64}">
      <dsp:nvSpPr>
        <dsp:cNvPr id="0" name=""/>
        <dsp:cNvSpPr/>
      </dsp:nvSpPr>
      <dsp:spPr>
        <a:xfrm>
          <a:off x="2283840" y="22561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34362-D833-4994-9A93-0DFE286E66E4}">
      <dsp:nvSpPr>
        <dsp:cNvPr id="0" name=""/>
        <dsp:cNvSpPr/>
      </dsp:nvSpPr>
      <dsp:spPr>
        <a:xfrm>
          <a:off x="879840" y="188020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600" kern="1200" dirty="0"/>
            <a:t>Cifrar</a:t>
          </a:r>
          <a:endParaRPr lang="en-US" sz="3600" kern="1200" dirty="0"/>
        </a:p>
      </dsp:txBody>
      <dsp:txXfrm>
        <a:off x="879840" y="1880202"/>
        <a:ext cx="4320000" cy="648000"/>
      </dsp:txXfrm>
    </dsp:sp>
    <dsp:sp modelId="{8F90CF00-E32C-47AD-82BA-2A1E06B29D64}">
      <dsp:nvSpPr>
        <dsp:cNvPr id="0" name=""/>
        <dsp:cNvSpPr/>
      </dsp:nvSpPr>
      <dsp:spPr>
        <a:xfrm>
          <a:off x="879840" y="2594524"/>
          <a:ext cx="4320000" cy="947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RSA sirve para cifrar y descifrar información.</a:t>
          </a:r>
          <a:endParaRPr lang="en-US" sz="1700" kern="1200" dirty="0"/>
        </a:p>
      </dsp:txBody>
      <dsp:txXfrm>
        <a:off x="879840" y="2594524"/>
        <a:ext cx="4320000" cy="947193"/>
      </dsp:txXfrm>
    </dsp:sp>
    <dsp:sp modelId="{40186866-01A9-4EC4-9412-6FAD4537D0B5}">
      <dsp:nvSpPr>
        <dsp:cNvPr id="0" name=""/>
        <dsp:cNvSpPr/>
      </dsp:nvSpPr>
      <dsp:spPr>
        <a:xfrm>
          <a:off x="7359840" y="22561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A7BA3-E739-4585-A022-5AD0058551A5}">
      <dsp:nvSpPr>
        <dsp:cNvPr id="0" name=""/>
        <dsp:cNvSpPr/>
      </dsp:nvSpPr>
      <dsp:spPr>
        <a:xfrm>
          <a:off x="5955840" y="188020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600" kern="1200" dirty="0"/>
            <a:t>Firmar</a:t>
          </a:r>
          <a:endParaRPr lang="en-US" sz="3600" kern="1200" dirty="0"/>
        </a:p>
      </dsp:txBody>
      <dsp:txXfrm>
        <a:off x="5955840" y="1880202"/>
        <a:ext cx="4320000" cy="648000"/>
      </dsp:txXfrm>
    </dsp:sp>
    <dsp:sp modelId="{84105D38-168B-4EAC-95C3-C563665F908C}">
      <dsp:nvSpPr>
        <dsp:cNvPr id="0" name=""/>
        <dsp:cNvSpPr/>
      </dsp:nvSpPr>
      <dsp:spPr>
        <a:xfrm>
          <a:off x="5955840" y="2594524"/>
          <a:ext cx="4320000" cy="947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También si aplicamos la función con clave privada lo que hacemos es firmar la información para decir que nosotros hemos sido quien la ha emitido. </a:t>
          </a:r>
          <a:endParaRPr lang="en-US" sz="1700" kern="1200" dirty="0"/>
        </a:p>
      </dsp:txBody>
      <dsp:txXfrm>
        <a:off x="5955840" y="2594524"/>
        <a:ext cx="4320000" cy="947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0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5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4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2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6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1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1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7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9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4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mbrefrustrado" TargetMode="External"/><Relationship Id="rId2" Type="http://schemas.openxmlformats.org/officeDocument/2006/relationships/hyperlink" Target="https://www.linkedin.com/in/francisco-navarta-carvajal-2b565b334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s.wikipedia.org/wiki/Cifrado_por_sustituci%C3%B3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tzj1RoqRnv0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zj1RoqRnv0" TargetMode="External"/><Relationship Id="rId2" Type="http://schemas.openxmlformats.org/officeDocument/2006/relationships/hyperlink" Target="https://es.wikipedia.org/wiki/Frecuencia_de_aparici%C3%B3n_de_letra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ongee.com/tutoriales/cuales-son-las-dos-funciones-de-hash-comun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AE6E2F58-9B05-4A07-AD3D-B73C5196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3" r="9091" b="383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37CF48-E7F1-064A-ED6A-112798CDA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s-ES" sz="6600"/>
              <a:t>Criptografía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63B2B7-139A-C739-4AE1-3F9574A5B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0" y="5592327"/>
            <a:ext cx="2532890" cy="8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12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8F419-A572-652E-2944-D68AFD71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WHOAMI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9F65EF-1F63-4AE0-FFA7-746D7FDDA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Francisco Navarta Carvajal</a:t>
            </a:r>
          </a:p>
          <a:p>
            <a:r>
              <a:rPr lang="es-ES" dirty="0"/>
              <a:t>Ingeniero informático por la UMA (en proceso)</a:t>
            </a:r>
          </a:p>
          <a:p>
            <a:r>
              <a:rPr lang="es-ES" dirty="0">
                <a:hlinkClick r:id="rId2"/>
              </a:rPr>
              <a:t>https://www.linkedin.com/in/francisco-navarta-carvajal-2b565b334/</a:t>
            </a:r>
            <a:endParaRPr lang="es-ES" dirty="0"/>
          </a:p>
          <a:p>
            <a:r>
              <a:rPr lang="es-ES" dirty="0">
                <a:hlinkClick r:id="rId3"/>
              </a:rPr>
              <a:t>https://github.com/hombrefrustrado</a:t>
            </a:r>
            <a:r>
              <a:rPr lang="es-ES" dirty="0"/>
              <a:t> </a:t>
            </a:r>
          </a:p>
          <a:p>
            <a:r>
              <a:rPr lang="es-ES" dirty="0"/>
              <a:t>francisconavarta6@uma.es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225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4FAB5-C61D-3BC4-939D-5C404347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Índice de contenidos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5EAE283-A10C-2AA6-E565-E7DBAD51A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74108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402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2CEFB-1902-81FF-9046-38AA1D37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 fontScale="90000"/>
          </a:bodyPr>
          <a:lstStyle/>
          <a:p>
            <a:r>
              <a:rPr lang="es-ES" dirty="0"/>
              <a:t>1. ¿Qué es la criptografía?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9903E9-DA04-E704-355B-35DC5C0C9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567602"/>
            <a:ext cx="4160520" cy="4778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La </a:t>
            </a:r>
            <a:r>
              <a:rPr lang="es-ES" b="1" dirty="0"/>
              <a:t>criptografía</a:t>
            </a:r>
            <a:r>
              <a:rPr lang="es-ES" dirty="0"/>
              <a:t> es la ciencia y el arte de proteger la información mediante técnicas que hacen que solo las personas autorizadas puedan entenderla. En otras palabras, se trata de </a:t>
            </a:r>
            <a:r>
              <a:rPr lang="es-ES" b="1" dirty="0"/>
              <a:t>transformar datos legibles en algo ilegible para quienes no tienen permiso</a:t>
            </a:r>
            <a:r>
              <a:rPr lang="es-ES" dirty="0"/>
              <a:t> y luego poder recuperarlos de manera segura.</a:t>
            </a:r>
          </a:p>
          <a:p>
            <a:endParaRPr lang="es-ES" dirty="0"/>
          </a:p>
        </p:txBody>
      </p:sp>
      <p:pic>
        <p:nvPicPr>
          <p:cNvPr id="7" name="Graphic 6" descr="Huella digital">
            <a:extLst>
              <a:ext uri="{FF2B5EF4-FFF2-40B4-BE49-F238E27FC236}">
                <a16:creationId xmlns:a16="http://schemas.microsoft.com/office/drawing/2014/main" id="{96EBC651-2BEB-5D3C-C955-D2A5EB06B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C96DE16-72E3-9618-7178-D2CDFBAFA869}"/>
              </a:ext>
            </a:extLst>
          </p:cNvPr>
          <p:cNvSpPr txBox="1"/>
          <p:nvPr/>
        </p:nvSpPr>
        <p:spPr>
          <a:xfrm>
            <a:off x="7513612" y="1055542"/>
            <a:ext cx="2524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definición clásica</a:t>
            </a:r>
          </a:p>
        </p:txBody>
      </p:sp>
    </p:spTree>
    <p:extLst>
      <p:ext uri="{BB962C8B-B14F-4D97-AF65-F5344CB8AC3E}">
        <p14:creationId xmlns:p14="http://schemas.microsoft.com/office/powerpoint/2010/main" val="44141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242B3-9039-716C-AC0C-8CD24E58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 desde la criptografía clásica</a:t>
            </a:r>
          </a:p>
        </p:txBody>
      </p:sp>
      <p:pic>
        <p:nvPicPr>
          <p:cNvPr id="9" name="Marcador de contenido 8" descr="Diagrama&#10;&#10;El contenido generado por IA puede ser incorrecto.">
            <a:extLst>
              <a:ext uri="{FF2B5EF4-FFF2-40B4-BE49-F238E27FC236}">
                <a16:creationId xmlns:a16="http://schemas.microsoft.com/office/drawing/2014/main" id="{45A6E2E9-7BC2-C4B8-0ED2-E9B3D99EA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925" y="2770981"/>
            <a:ext cx="4762500" cy="3381375"/>
          </a:xfrm>
        </p:spPr>
      </p:pic>
    </p:spTree>
    <p:extLst>
      <p:ext uri="{BB962C8B-B14F-4D97-AF65-F5344CB8AC3E}">
        <p14:creationId xmlns:p14="http://schemas.microsoft.com/office/powerpoint/2010/main" val="188498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C94ED-4F64-19EB-229E-5C95D139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Una mirada más actual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DCE738-93E3-CBE2-CB29-2CD8D88F2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La criptografía ha evolucionado con la aparición de las TIC por lo que ya no solamente se centra en la confidencialidad de la información, si no que ha girado a intentar garantizar la seguridad completa de los datos.</a:t>
            </a:r>
          </a:p>
          <a:p>
            <a:pPr marL="0" indent="0">
              <a:buNone/>
            </a:pPr>
            <a:r>
              <a:rPr lang="es-ES" dirty="0"/>
              <a:t>La seguridad de los datos consiste en 5 claves.</a:t>
            </a:r>
          </a:p>
        </p:txBody>
      </p:sp>
      <p:pic>
        <p:nvPicPr>
          <p:cNvPr id="5" name="Imagen 4" descr="Forma&#10;&#10;El contenido generado por IA puede ser incorrecto.">
            <a:extLst>
              <a:ext uri="{FF2B5EF4-FFF2-40B4-BE49-F238E27FC236}">
                <a16:creationId xmlns:a16="http://schemas.microsoft.com/office/drawing/2014/main" id="{5193CC84-5CC7-DE00-5D94-DB212720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477" y="512064"/>
            <a:ext cx="2086315" cy="208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C6B22-4A38-E530-0457-C3E01D48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Seguridad de los datos, las 5 claves.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9D7C76-496F-2FF5-3719-15E643AB6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Confidencialidad: Mantener la información solo accesible a quienes tienen permiso.</a:t>
            </a:r>
          </a:p>
          <a:p>
            <a:endParaRPr lang="es-ES" dirty="0"/>
          </a:p>
          <a:p>
            <a:r>
              <a:rPr lang="es-ES" dirty="0"/>
              <a:t>Integridad: Garantizar que la información no se altere sin detección.</a:t>
            </a:r>
          </a:p>
          <a:p>
            <a:endParaRPr lang="es-ES" dirty="0"/>
          </a:p>
          <a:p>
            <a:r>
              <a:rPr lang="es-ES" dirty="0"/>
              <a:t>Autenticación: Verificar que quien envía o recibe la información es quien dice ser.</a:t>
            </a:r>
          </a:p>
          <a:p>
            <a:endParaRPr lang="es-ES" dirty="0"/>
          </a:p>
          <a:p>
            <a:r>
              <a:rPr lang="es-ES" dirty="0"/>
              <a:t>Autorización (control de acceso): Determinar </a:t>
            </a:r>
            <a:r>
              <a:rPr lang="es-ES" b="1" dirty="0"/>
              <a:t>qué acciones puede realizar un usuario</a:t>
            </a:r>
            <a:r>
              <a:rPr lang="es-ES" dirty="0"/>
              <a:t> o sistema.</a:t>
            </a:r>
          </a:p>
          <a:p>
            <a:endParaRPr lang="es-ES" dirty="0"/>
          </a:p>
          <a:p>
            <a:r>
              <a:rPr lang="es-ES" dirty="0"/>
              <a:t>No repudio: Evitar que alguien niegue haber realizado una acción.</a:t>
            </a:r>
          </a:p>
        </p:txBody>
      </p:sp>
    </p:spTree>
    <p:extLst>
      <p:ext uri="{BB962C8B-B14F-4D97-AF65-F5344CB8AC3E}">
        <p14:creationId xmlns:p14="http://schemas.microsoft.com/office/powerpoint/2010/main" val="270758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C13C6-E0D5-3C00-74E2-8BEA6843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7DE4E-6FED-386B-1877-19951DA1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 desde la criptografía moderna</a:t>
            </a:r>
          </a:p>
        </p:txBody>
      </p:sp>
      <p:pic>
        <p:nvPicPr>
          <p:cNvPr id="9" name="Marcador de contenido 8" descr="Diagrama&#10;&#10;El contenido generado por IA puede ser incorrecto.">
            <a:extLst>
              <a:ext uri="{FF2B5EF4-FFF2-40B4-BE49-F238E27FC236}">
                <a16:creationId xmlns:a16="http://schemas.microsoft.com/office/drawing/2014/main" id="{BF82D364-1881-C0C6-D0FB-2F0F189F4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925" y="2770981"/>
            <a:ext cx="4762500" cy="3381375"/>
          </a:xfrm>
        </p:spPr>
      </p:pic>
    </p:spTree>
    <p:extLst>
      <p:ext uri="{BB962C8B-B14F-4D97-AF65-F5344CB8AC3E}">
        <p14:creationId xmlns:p14="http://schemas.microsoft.com/office/powerpoint/2010/main" val="151683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F9467-4704-C7FB-AF91-8D7666CD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División de disciplinas</a:t>
            </a: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E95765F-3DF5-04D6-43B2-F229FED61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05998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75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67BCC-4873-4124-2574-57A89463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s-ES" dirty="0"/>
              <a:t>2. Criptografía clásica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457647-A2C6-C827-AC6C-AAC0A756A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0528" y="2304288"/>
            <a:ext cx="5157216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La podemos entender como aquella previa a la invención de las TIC.</a:t>
            </a:r>
          </a:p>
          <a:p>
            <a:pPr marL="0" indent="0">
              <a:buNone/>
            </a:pPr>
            <a:r>
              <a:rPr lang="es-ES" dirty="0"/>
              <a:t>Su aplicación era militar.</a:t>
            </a:r>
          </a:p>
          <a:p>
            <a:pPr marL="0" indent="0">
              <a:buNone/>
            </a:pPr>
            <a:r>
              <a:rPr lang="es-ES" dirty="0"/>
              <a:t>Basada en sustitución y trasposición.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E72C72-AC94-7502-D4CD-2E16C624D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4" r="-1" b="5490"/>
          <a:stretch>
            <a:fillRect/>
          </a:stretch>
        </p:blipFill>
        <p:spPr>
          <a:xfrm>
            <a:off x="517866" y="2299390"/>
            <a:ext cx="5578133" cy="404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4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3DE5A-5B0F-EA5F-DB85-9D321037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Mayoritariamente están basadas en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A104A30-DDE9-F8A3-EF27-CF044335D9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0320664"/>
              </p:ext>
            </p:extLst>
          </p:nvPr>
        </p:nvGraphicFramePr>
        <p:xfrm>
          <a:off x="2104427" y="2578608"/>
          <a:ext cx="7426325" cy="3376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73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87D30-B0FA-2063-CDF3-5DC60B69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por sustitución y transposición.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35213B-AE7A-970F-4788-177DEBF88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Cifrado por sustitución: cada carácter del texto en claro se sustituye por otro carácter en el texto cifrado.</a:t>
            </a:r>
          </a:p>
          <a:p>
            <a:pPr lvl="1"/>
            <a:r>
              <a:rPr lang="es-ES" dirty="0"/>
              <a:t>A-&gt;B</a:t>
            </a:r>
          </a:p>
          <a:p>
            <a:pPr lvl="1"/>
            <a:r>
              <a:rPr lang="es-ES" dirty="0"/>
              <a:t>B-&gt;C …</a:t>
            </a:r>
          </a:p>
          <a:p>
            <a:pPr marL="0" indent="0">
              <a:buNone/>
            </a:pPr>
            <a:r>
              <a:rPr lang="es-ES" dirty="0"/>
              <a:t>Hay una familia grande de diferentes tipos de cifrados por sustitución. </a:t>
            </a:r>
            <a:r>
              <a:rPr lang="es-ES" dirty="0">
                <a:hlinkClick r:id="rId2"/>
              </a:rPr>
              <a:t>https://es.wikipedia.org/wiki/Cifrado_por_sustituci%C3%B3n</a:t>
            </a:r>
            <a:r>
              <a:rPr lang="es-ES" dirty="0"/>
              <a:t> </a:t>
            </a:r>
          </a:p>
          <a:p>
            <a:r>
              <a:rPr lang="es-ES" dirty="0"/>
              <a:t>Cifrado por transposición: realizar una permutación con respecto a las posiciones que ocupan los símbolos en el mensaje en claro</a:t>
            </a:r>
          </a:p>
          <a:p>
            <a:pPr lvl="1"/>
            <a:r>
              <a:rPr lang="es-ES" dirty="0"/>
              <a:t>HOLA -&gt; ALOH</a:t>
            </a:r>
          </a:p>
        </p:txBody>
      </p:sp>
    </p:spTree>
    <p:extLst>
      <p:ext uri="{BB962C8B-B14F-4D97-AF65-F5344CB8AC3E}">
        <p14:creationId xmlns:p14="http://schemas.microsoft.com/office/powerpoint/2010/main" val="141979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F2318-570B-FA9E-7A63-3013679D9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Cifrados por sustitución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86B6FA99-1BC0-8DDE-E17B-2C1741D75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996" y="1085390"/>
            <a:ext cx="7311136" cy="458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7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5E561-9052-8236-B188-00F3F559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Cesar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59305-CFD2-98EC-7A56-3E322456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17" y="5239423"/>
            <a:ext cx="11155680" cy="950978"/>
          </a:xfrm>
        </p:spPr>
        <p:txBody>
          <a:bodyPr>
            <a:noAutofit/>
          </a:bodyPr>
          <a:lstStyle/>
          <a:p>
            <a:r>
              <a:rPr lang="es-ES" sz="2000" dirty="0"/>
              <a:t>Método generalizado:</a:t>
            </a:r>
          </a:p>
          <a:p>
            <a:pPr marL="0" indent="0">
              <a:buNone/>
            </a:pPr>
            <a:r>
              <a:rPr lang="es-ES" sz="2000" dirty="0"/>
              <a:t>           C: M -&gt; M + i (mod 27) tal que 1 ≤ i ≤ 27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F779371B-6B7E-48EE-B32E-33C65E9F1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2849512"/>
            <a:ext cx="5090573" cy="2146525"/>
          </a:xfrm>
          <a:prstGeom prst="rect">
            <a:avLst/>
          </a:prstGeom>
        </p:spPr>
      </p:pic>
      <p:pic>
        <p:nvPicPr>
          <p:cNvPr id="11" name="Imagen 10" descr="Imagen que contiene hombre, persona, viendo, vistiendo&#10;&#10;El contenido generado por IA puede ser incorrecto.">
            <a:extLst>
              <a:ext uri="{FF2B5EF4-FFF2-40B4-BE49-F238E27FC236}">
                <a16:creationId xmlns:a16="http://schemas.microsoft.com/office/drawing/2014/main" id="{42A9CADE-29F9-BEE3-CDB5-67D48773A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922" y="1263180"/>
            <a:ext cx="2389870" cy="433163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294BAEA-491A-16A7-A56C-1FC280DDEEC2}"/>
              </a:ext>
            </a:extLst>
          </p:cNvPr>
          <p:cNvSpPr txBox="1"/>
          <p:nvPr/>
        </p:nvSpPr>
        <p:spPr>
          <a:xfrm>
            <a:off x="428017" y="2083088"/>
            <a:ext cx="8846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Cada carácter del texto original se remplaza por aquel x posiciones a la derecha del abecedario modulo 27 </a:t>
            </a:r>
          </a:p>
        </p:txBody>
      </p:sp>
    </p:spTree>
    <p:extLst>
      <p:ext uri="{BB962C8B-B14F-4D97-AF65-F5344CB8AC3E}">
        <p14:creationId xmlns:p14="http://schemas.microsoft.com/office/powerpoint/2010/main" val="258439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AB66D-4884-6B3C-E743-D9B133810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486572" cy="1463040"/>
          </a:xfrm>
        </p:spPr>
        <p:txBody>
          <a:bodyPr>
            <a:normAutofit/>
          </a:bodyPr>
          <a:lstStyle/>
          <a:p>
            <a:r>
              <a:rPr lang="es-ES" sz="4000" dirty="0"/>
              <a:t>Problemas de los cifrados de sustitución simple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6702C-DD1A-265D-5A89-D9B950AE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441448"/>
            <a:ext cx="11155680" cy="3767328"/>
          </a:xfrm>
        </p:spPr>
        <p:txBody>
          <a:bodyPr/>
          <a:lstStyle/>
          <a:p>
            <a:r>
              <a:rPr lang="es-ES" dirty="0"/>
              <a:t>Son débiles ante el análisis de la frecuencia de uso de caracteres.</a:t>
            </a:r>
          </a:p>
          <a:p>
            <a:r>
              <a:rPr lang="es-ES" dirty="0"/>
              <a:t>Si se conoce el algoritmo queda al descubierto el mensaje.</a:t>
            </a:r>
          </a:p>
          <a:p>
            <a:r>
              <a:rPr lang="es-ES" dirty="0"/>
              <a:t>Son muy fáciles de romper.</a:t>
            </a:r>
          </a:p>
        </p:txBody>
      </p:sp>
    </p:spTree>
    <p:extLst>
      <p:ext uri="{BB962C8B-B14F-4D97-AF65-F5344CB8AC3E}">
        <p14:creationId xmlns:p14="http://schemas.microsoft.com/office/powerpoint/2010/main" val="1465876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5F2AB-04F3-7608-A351-D1C04EEA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47296"/>
            <a:ext cx="11155680" cy="1463040"/>
          </a:xfrm>
        </p:spPr>
        <p:txBody>
          <a:bodyPr/>
          <a:lstStyle/>
          <a:p>
            <a:r>
              <a:rPr lang="es-ES" dirty="0"/>
              <a:t>Frecuencia de aparición de las letras en español</a:t>
            </a:r>
          </a:p>
        </p:txBody>
      </p:sp>
      <p:pic>
        <p:nvPicPr>
          <p:cNvPr id="5" name="Imagen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1311235E-8674-DF20-E7E8-E4A45A44B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191" y="2037302"/>
            <a:ext cx="6293618" cy="47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6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0C974-FDFF-C539-0249-9F9DCED5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s-ES" dirty="0"/>
              <a:t>cifrado por sustitución homofónico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7F2736-C14A-D2E3-24EE-436E059B0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Es una versión mejorada del cifrado por sustitución simple.</a:t>
            </a:r>
          </a:p>
          <a:p>
            <a:r>
              <a:rPr lang="es-ES" dirty="0"/>
              <a:t>Se remplaza cada carácter del texto original con varios símbolos en lugar de uno solo.</a:t>
            </a:r>
          </a:p>
          <a:p>
            <a:r>
              <a:rPr lang="es-ES" dirty="0"/>
              <a:t>Se basa en la idea de asignar a un símbolo del alfabeto fuente varios del alfabeto cifrado, solventando el problema de la frecuencia de letras.</a:t>
            </a:r>
          </a:p>
          <a:p>
            <a:r>
              <a:rPr lang="es-ES" dirty="0"/>
              <a:t>Suaviza la frecuencia de aparición de los caracteres para dificultar predecir los caracteres por su ratio de aparición. Todos los caracteres del alfabeto resultado tienen el mismo ratio de aparición.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7495EEE6-6B9C-60EB-ADDD-E7B89474B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8" y="2686078"/>
            <a:ext cx="5639091" cy="329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53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D6D40-5024-92E4-1B99-84DF035B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9051416" cy="8617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Criptografía</a:t>
            </a:r>
            <a:r>
              <a:rPr lang="en-US" dirty="0"/>
              <a:t> moderna.</a:t>
            </a:r>
          </a:p>
        </p:txBody>
      </p:sp>
      <p:pic>
        <p:nvPicPr>
          <p:cNvPr id="6" name="Graphic 5" descr="Clave">
            <a:extLst>
              <a:ext uri="{FF2B5EF4-FFF2-40B4-BE49-F238E27FC236}">
                <a16:creationId xmlns:a16="http://schemas.microsoft.com/office/drawing/2014/main" id="{A0BA6C1C-E8C8-A05A-85F7-40852F81F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5234" y="508090"/>
            <a:ext cx="5626534" cy="562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10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83013-ACFF-F2EE-6609-809EA819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UTF-8</a:t>
            </a:r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C8419586-0D88-DB57-1929-11F7B0F99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86" y="2233612"/>
            <a:ext cx="10181463" cy="417141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E438167-CE26-A5F3-4127-8E6A8D44544C}"/>
              </a:ext>
            </a:extLst>
          </p:cNvPr>
          <p:cNvSpPr txBox="1"/>
          <p:nvPr/>
        </p:nvSpPr>
        <p:spPr>
          <a:xfrm>
            <a:off x="3986251" y="982147"/>
            <a:ext cx="7891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 el sistema de representación numérica de los caracteres más empleada.</a:t>
            </a:r>
          </a:p>
          <a:p>
            <a:r>
              <a:rPr lang="es-ES" dirty="0"/>
              <a:t>Hace que podamos representar letras de manera numérica. Y es un sistema de codificación altamente extendido.</a:t>
            </a:r>
          </a:p>
          <a:p>
            <a:r>
              <a:rPr lang="es-ES" dirty="0"/>
              <a:t>Hay otros tipos como el UTF-16</a:t>
            </a:r>
          </a:p>
        </p:txBody>
      </p:sp>
    </p:spTree>
    <p:extLst>
      <p:ext uri="{BB962C8B-B14F-4D97-AF65-F5344CB8AC3E}">
        <p14:creationId xmlns:p14="http://schemas.microsoft.com/office/powerpoint/2010/main" val="147538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B18FA-F17B-A709-71AD-D919227A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Criptografía simétrica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1D7FC0D3-F7C2-A49D-5940-D5D40BD68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" y="2578100"/>
            <a:ext cx="10717894" cy="3767138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4A8A703-8A49-DDEC-54FE-DA1129697FD4}"/>
              </a:ext>
            </a:extLst>
          </p:cNvPr>
          <p:cNvSpPr txBox="1"/>
          <p:nvPr/>
        </p:nvSpPr>
        <p:spPr>
          <a:xfrm>
            <a:off x="9906001" y="978408"/>
            <a:ext cx="2095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Tipos diferentes:</a:t>
            </a:r>
          </a:p>
          <a:p>
            <a:r>
              <a:rPr lang="es-ES" dirty="0"/>
              <a:t>DES</a:t>
            </a:r>
            <a:br>
              <a:rPr lang="es-ES" dirty="0"/>
            </a:br>
            <a:r>
              <a:rPr lang="es-ES" dirty="0"/>
              <a:t>AES</a:t>
            </a:r>
            <a:br>
              <a:rPr lang="es-ES" dirty="0"/>
            </a:br>
            <a:r>
              <a:rPr lang="es-ES" dirty="0"/>
              <a:t>RC2</a:t>
            </a:r>
          </a:p>
        </p:txBody>
      </p:sp>
    </p:spTree>
    <p:extLst>
      <p:ext uri="{BB962C8B-B14F-4D97-AF65-F5344CB8AC3E}">
        <p14:creationId xmlns:p14="http://schemas.microsoft.com/office/powerpoint/2010/main" val="3957486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CD4E5-AE12-E576-BA83-E77748CC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s-ES" dirty="0"/>
              <a:t>Dos modos diferentes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4881D5-573E-C803-D62E-BF2379C0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s-ES" dirty="0"/>
              <a:t>Cifrado en bloque divide el mensaje (texto plano) en bloques de tamaño fijo (por ejemplo, 64 o 128 bits) y cifra cada bloque por separado utilizando una clave secreta.</a:t>
            </a:r>
          </a:p>
          <a:p>
            <a:endParaRPr lang="es-ES" dirty="0"/>
          </a:p>
          <a:p>
            <a:r>
              <a:rPr lang="es-ES" dirty="0"/>
              <a:t>Cifrado en flujo procesa el texto bit a bit o byte a byte, generando un flujo continuo de claves (</a:t>
            </a:r>
            <a:r>
              <a:rPr lang="es-ES" dirty="0" err="1"/>
              <a:t>keystream</a:t>
            </a:r>
            <a:r>
              <a:rPr lang="es-ES" dirty="0"/>
              <a:t>) que se combina con el mensaje original, normalmente mediante una operación XOR.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6D71AEB4-51D5-1809-94D1-17E43940F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518" y="793840"/>
            <a:ext cx="4013060" cy="58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2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F4E8F-1FC7-D788-0B9E-536E3401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Ideas claves XOR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B0508B4-7080-A959-3144-A131C2A7D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467615"/>
              </p:ext>
            </p:extLst>
          </p:nvPr>
        </p:nvGraphicFramePr>
        <p:xfrm>
          <a:off x="1013576" y="2293113"/>
          <a:ext cx="453968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20">
                  <a:extLst>
                    <a:ext uri="{9D8B030D-6E8A-4147-A177-3AD203B41FA5}">
                      <a16:colId xmlns:a16="http://schemas.microsoft.com/office/drawing/2014/main" val="1643707268"/>
                    </a:ext>
                  </a:extLst>
                </a:gridCol>
                <a:gridCol w="1134920">
                  <a:extLst>
                    <a:ext uri="{9D8B030D-6E8A-4147-A177-3AD203B41FA5}">
                      <a16:colId xmlns:a16="http://schemas.microsoft.com/office/drawing/2014/main" val="830764929"/>
                    </a:ext>
                  </a:extLst>
                </a:gridCol>
                <a:gridCol w="1134920">
                  <a:extLst>
                    <a:ext uri="{9D8B030D-6E8A-4147-A177-3AD203B41FA5}">
                      <a16:colId xmlns:a16="http://schemas.microsoft.com/office/drawing/2014/main" val="2912769812"/>
                    </a:ext>
                  </a:extLst>
                </a:gridCol>
                <a:gridCol w="1134920">
                  <a:extLst>
                    <a:ext uri="{9D8B030D-6E8A-4147-A177-3AD203B41FA5}">
                      <a16:colId xmlns:a16="http://schemas.microsoft.com/office/drawing/2014/main" val="2084224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 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⊕ </a:t>
                      </a:r>
                      <a:r>
                        <a:rPr lang="es-E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 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⊕</a:t>
                      </a:r>
                      <a:r>
                        <a:rPr lang="es-ES" dirty="0"/>
                        <a:t> B 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⊕</a:t>
                      </a:r>
                      <a:r>
                        <a:rPr lang="es-ES" dirty="0"/>
                        <a:t>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512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89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75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3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546476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DCDE803-1AEB-7D80-B663-AE9CCEDAC582}"/>
              </a:ext>
            </a:extLst>
          </p:cNvPr>
          <p:cNvSpPr txBox="1"/>
          <p:nvPr/>
        </p:nvSpPr>
        <p:spPr>
          <a:xfrm>
            <a:off x="6096000" y="2939346"/>
            <a:ext cx="41736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</a:t>
            </a:r>
          </a:p>
          <a:p>
            <a:r>
              <a:rPr lang="es-ES" dirty="0"/>
              <a:t>A: 0110000101</a:t>
            </a:r>
          </a:p>
          <a:p>
            <a:r>
              <a:rPr lang="es-ES" dirty="0"/>
              <a:t>B: 0100110101</a:t>
            </a:r>
          </a:p>
          <a:p>
            <a:r>
              <a:rPr lang="es-ES" dirty="0"/>
              <a:t>C = A ⊕ B</a:t>
            </a:r>
          </a:p>
          <a:p>
            <a:r>
              <a:rPr lang="es-ES" dirty="0"/>
              <a:t>C: 0010110000</a:t>
            </a:r>
          </a:p>
          <a:p>
            <a:r>
              <a:rPr lang="es-ES" dirty="0"/>
              <a:t>C = C ⊕ B</a:t>
            </a:r>
          </a:p>
          <a:p>
            <a:r>
              <a:rPr lang="es-ES" dirty="0"/>
              <a:t>C: 0110000101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563450-1E0D-2C39-3477-51022555AE3A}"/>
              </a:ext>
            </a:extLst>
          </p:cNvPr>
          <p:cNvSpPr txBox="1"/>
          <p:nvPr/>
        </p:nvSpPr>
        <p:spPr>
          <a:xfrm>
            <a:off x="6096000" y="1096402"/>
            <a:ext cx="557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Operación XOR es usada para cifrar mensajes ya que el opuesto de </a:t>
            </a:r>
            <a:r>
              <a:rPr lang="es-ES" dirty="0" err="1"/>
              <a:t>xor</a:t>
            </a:r>
            <a:r>
              <a:rPr lang="es-ES" dirty="0"/>
              <a:t> es el mismo.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F25165-1650-9900-7C54-0D6472A5AA19}"/>
              </a:ext>
            </a:extLst>
          </p:cNvPr>
          <p:cNvSpPr txBox="1"/>
          <p:nvPr/>
        </p:nvSpPr>
        <p:spPr>
          <a:xfrm>
            <a:off x="823865" y="5758004"/>
            <a:ext cx="10386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Por propiedad matemática de </a:t>
            </a:r>
            <a:r>
              <a:rPr lang="es-ES" dirty="0" err="1"/>
              <a:t>auto-inversión</a:t>
            </a:r>
            <a:r>
              <a:rPr lang="es-ES" dirty="0"/>
              <a:t> la operación matemática opuesta a XOR es la propia XOR</a:t>
            </a:r>
          </a:p>
          <a:p>
            <a:r>
              <a:rPr lang="es-ES" dirty="0"/>
              <a:t>A ⊕ B ⊕ B = A</a:t>
            </a:r>
          </a:p>
        </p:txBody>
      </p:sp>
    </p:spTree>
    <p:extLst>
      <p:ext uri="{BB962C8B-B14F-4D97-AF65-F5344CB8AC3E}">
        <p14:creationId xmlns:p14="http://schemas.microsoft.com/office/powerpoint/2010/main" val="2035201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F6771-FB6C-56D4-4CED-AABD7FA9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AES</a:t>
            </a:r>
          </a:p>
        </p:txBody>
      </p:sp>
      <p:pic>
        <p:nvPicPr>
          <p:cNvPr id="5" name="Marcador de contenido 4" descr="Imagen que contiene juego, reloj, montado, colgando&#10;&#10;El contenido generado por IA puede ser incorrecto.">
            <a:extLst>
              <a:ext uri="{FF2B5EF4-FFF2-40B4-BE49-F238E27FC236}">
                <a16:creationId xmlns:a16="http://schemas.microsoft.com/office/drawing/2014/main" id="{104FEB6D-C749-0CD1-10CE-ECC936371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105" y="978408"/>
            <a:ext cx="7267790" cy="3767138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A2D339D-66AD-5214-7921-4904CB5D9AF7}"/>
              </a:ext>
            </a:extLst>
          </p:cNvPr>
          <p:cNvSpPr txBox="1"/>
          <p:nvPr/>
        </p:nvSpPr>
        <p:spPr>
          <a:xfrm>
            <a:off x="857250" y="5467350"/>
            <a:ext cx="9562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 un tipo de cifrado en bloque muy extendido, hay varios tipos. Uno muy usado es el AES-128.</a:t>
            </a:r>
          </a:p>
        </p:txBody>
      </p:sp>
    </p:spTree>
    <p:extLst>
      <p:ext uri="{BB962C8B-B14F-4D97-AF65-F5344CB8AC3E}">
        <p14:creationId xmlns:p14="http://schemas.microsoft.com/office/powerpoint/2010/main" val="1697912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6F6C4EB-AB86-2908-C663-F3A3B9FD5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" r="-2" b="1653"/>
          <a:stretch>
            <a:fillRect/>
          </a:stretch>
        </p:blipFill>
        <p:spPr>
          <a:xfrm>
            <a:off x="1284871" y="725488"/>
            <a:ext cx="9622258" cy="606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1172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B981B-269A-7AFA-9133-490D4C82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00</a:t>
            </a:r>
          </a:p>
        </p:txBody>
      </p:sp>
      <p:pic>
        <p:nvPicPr>
          <p:cNvPr id="5" name="Marcador de contenido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54BC33F-F30F-A8A8-6C27-6AF06EF11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608" y="2578100"/>
            <a:ext cx="6697134" cy="3767138"/>
          </a:xfrm>
        </p:spPr>
      </p:pic>
      <p:pic>
        <p:nvPicPr>
          <p:cNvPr id="7" name="Imagen 6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33EBF84F-3EF6-9826-C536-C08122E2D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388"/>
            <a:ext cx="12192000" cy="662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57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48AC9-F291-3E5C-724F-82A1A292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Procesos de AES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DF9BEC5-5986-AC28-BEFA-F0D0A6D8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1951672"/>
            <a:ext cx="114675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SubBytes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sustituyen los bytes del bloque de datos utilizando una tabla de sustitución (S-box) para aportar no linealidad al algoritmo.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ShiftRows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desplazan los bytes de cada fila del bloque una cantidad variable para mezclar las columnas.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MixColumns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Cada columna se mezcla de forma lineal, combinando los cuatro bytes de la columna.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AddRoundKey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combina la clave de ronda actual con el estado del bloque mediante una operación XOR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4C1379D-ACBA-89A8-086F-6FE28A83DF2A}"/>
              </a:ext>
            </a:extLst>
          </p:cNvPr>
          <p:cNvSpPr txBox="1"/>
          <p:nvPr/>
        </p:nvSpPr>
        <p:spPr>
          <a:xfrm>
            <a:off x="1668780" y="40329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https://youtu.be/tzj1RoqRnv0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7056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BDC72-16CF-5964-BBB2-99E4F28A1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4. Criptografía asimétrica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CF561025-F0FA-E4BE-6E2F-96A29B57B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471995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A1EA4F1-AC02-6041-9E24-CEB8D81C2F73}"/>
              </a:ext>
            </a:extLst>
          </p:cNvPr>
          <p:cNvSpPr txBox="1"/>
          <p:nvPr/>
        </p:nvSpPr>
        <p:spPr>
          <a:xfrm>
            <a:off x="742384" y="4037846"/>
            <a:ext cx="18918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DIFFIE HELLMAN</a:t>
            </a:r>
            <a:br>
              <a:rPr lang="es-ES" dirty="0"/>
            </a:br>
            <a:r>
              <a:rPr lang="es-ES" dirty="0"/>
              <a:t>RSA</a:t>
            </a:r>
            <a:br>
              <a:rPr lang="es-ES" dirty="0"/>
            </a:br>
            <a:r>
              <a:rPr lang="es-ES" dirty="0"/>
              <a:t>ELGAMAL</a:t>
            </a:r>
          </a:p>
          <a:p>
            <a:r>
              <a:rPr lang="es-ES" dirty="0"/>
              <a:t>CURVA ELÍPTICA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6385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16425-0CA4-FD8E-9CDC-87FF8D49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Conceptos clave para RSA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EAAC0F-922E-FA03-5AC0-89151D285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Llave publica</a:t>
            </a:r>
          </a:p>
          <a:p>
            <a:r>
              <a:rPr lang="es-ES" dirty="0"/>
              <a:t>Llave privada</a:t>
            </a:r>
          </a:p>
          <a:p>
            <a:r>
              <a:rPr lang="es-ES" dirty="0"/>
              <a:t>Función de no retorno</a:t>
            </a:r>
          </a:p>
        </p:txBody>
      </p:sp>
    </p:spTree>
    <p:extLst>
      <p:ext uri="{BB962C8B-B14F-4D97-AF65-F5344CB8AC3E}">
        <p14:creationId xmlns:p14="http://schemas.microsoft.com/office/powerpoint/2010/main" val="480308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5FAFC-FBD4-04FA-FE5D-F1CE7AB4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RSA funcionamiento del cifrado asimétrico</a:t>
            </a:r>
          </a:p>
        </p:txBody>
      </p:sp>
      <p:pic>
        <p:nvPicPr>
          <p:cNvPr id="5" name="Marcador de contenido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2ACCD469-A469-0C13-63E4-6E7C441CD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849" y="2578100"/>
            <a:ext cx="8028651" cy="3767138"/>
          </a:xfrm>
        </p:spPr>
      </p:pic>
    </p:spTree>
    <p:extLst>
      <p:ext uri="{BB962C8B-B14F-4D97-AF65-F5344CB8AC3E}">
        <p14:creationId xmlns:p14="http://schemas.microsoft.com/office/powerpoint/2010/main" val="1679995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EAC46-11F2-726D-0E7C-35D93C06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anchor="t">
            <a:normAutofit/>
          </a:bodyPr>
          <a:lstStyle/>
          <a:p>
            <a:r>
              <a:rPr lang="es-ES" dirty="0"/>
              <a:t>¿Qué se puede hacer con RSA?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93EF80E-FE8A-389C-62B3-923F49223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060159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8232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43A095D5-2F90-1F50-0191-DE6C1BC94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44" y="725488"/>
            <a:ext cx="6573712" cy="6064250"/>
          </a:xfr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504D661-B6A1-A009-A4D2-7B03969C1F13}"/>
              </a:ext>
            </a:extLst>
          </p:cNvPr>
          <p:cNvSpPr txBox="1"/>
          <p:nvPr/>
        </p:nvSpPr>
        <p:spPr>
          <a:xfrm flipH="1">
            <a:off x="447653" y="68262"/>
            <a:ext cx="6128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Cálculos de RSA</a:t>
            </a:r>
          </a:p>
        </p:txBody>
      </p:sp>
    </p:spTree>
    <p:extLst>
      <p:ext uri="{BB962C8B-B14F-4D97-AF65-F5344CB8AC3E}">
        <p14:creationId xmlns:p14="http://schemas.microsoft.com/office/powerpoint/2010/main" val="260636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0731-A73E-D655-3832-F602B353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807957-D5A8-EF8C-D4A6-1C56918F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504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18EA2-A9B8-6137-C8AD-0A9FAA5C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4.1 Criptografía hibrida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0AA01-C20A-5260-48DE-382B6FB9A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Consiste en mezclar tanto criptografía asimétrica como simétrica.</a:t>
            </a:r>
          </a:p>
          <a:p>
            <a:r>
              <a:rPr lang="es-ES" dirty="0"/>
              <a:t>Comúnmente cuando se establece la comunicación se utiliza la criptografía asimétrica para garantizar la confidencialidad, aunque el canal este comprometido. Se intercambian las claves simétricas de sesión y a partir de hay se empieza a usar criptografía simétrica.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7381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CE37F-D143-4557-1D40-019CAD4A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5. Funciones Hash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C5B614C-B32F-5167-B5A2-98CA79A57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90" y="2578100"/>
            <a:ext cx="7998169" cy="3767138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B6D7FB2-2DD2-78BD-CCEA-20A2C5F3A6CC}"/>
              </a:ext>
            </a:extLst>
          </p:cNvPr>
          <p:cNvSpPr txBox="1"/>
          <p:nvPr/>
        </p:nvSpPr>
        <p:spPr>
          <a:xfrm>
            <a:off x="10849733" y="978408"/>
            <a:ext cx="821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MD5</a:t>
            </a:r>
          </a:p>
          <a:p>
            <a:r>
              <a:rPr lang="es-ES" dirty="0"/>
              <a:t>SHA-1</a:t>
            </a:r>
          </a:p>
          <a:p>
            <a:r>
              <a:rPr lang="es-ES" dirty="0"/>
              <a:t>DSA</a:t>
            </a:r>
          </a:p>
        </p:txBody>
      </p:sp>
    </p:spTree>
    <p:extLst>
      <p:ext uri="{BB962C8B-B14F-4D97-AF65-F5344CB8AC3E}">
        <p14:creationId xmlns:p14="http://schemas.microsoft.com/office/powerpoint/2010/main" val="2855155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E1AF7-49C7-F432-E1E4-7BA587AC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Conceptos clave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4A13A-6D50-FBB5-0B6D-E0A213B94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Función hash no biyectiva (en la mayoría de las ocasiones).</a:t>
            </a:r>
          </a:p>
          <a:p>
            <a:r>
              <a:rPr lang="es-ES" dirty="0"/>
              <a:t>Identificación de información.</a:t>
            </a:r>
          </a:p>
          <a:p>
            <a:r>
              <a:rPr lang="es-ES" dirty="0"/>
              <a:t>Colisiones de HASH.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6416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FFC67E9-EA48-09B8-51FD-553718B9C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8660" y="725488"/>
            <a:ext cx="7774679" cy="606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99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78D6E6C-48C7-C0EC-F19B-EB8C0EA79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935" y="725488"/>
            <a:ext cx="10322130" cy="606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3728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3AA1B-A1F8-30E1-13A5-E1F2BACA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SHA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1A6F61-7CB9-5858-40B2-C63981F33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SHA es una familia de funciones de </a:t>
            </a:r>
            <a:r>
              <a:rPr lang="es-ES" dirty="0" err="1"/>
              <a:t>haseo</a:t>
            </a:r>
            <a:r>
              <a:rPr lang="es-ES" dirty="0"/>
              <a:t> de las cuales la más empleada es la SHA-256.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936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5E6C8-2BE8-A94D-0535-840497F4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¿Por qué es buena práctica cifrar la base de datos?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6492AC-E569-1328-D2E5-DF8AA192D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hay una filtración los datos sensibles no quedan expuestos como texto en claro, pero sigue siendo un problema grave.</a:t>
            </a:r>
          </a:p>
          <a:p>
            <a:r>
              <a:rPr lang="es-ES" dirty="0"/>
              <a:t>También se pueden poner </a:t>
            </a:r>
            <a:r>
              <a:rPr lang="es-ES" dirty="0" err="1"/>
              <a:t>honeypots</a:t>
            </a:r>
            <a:r>
              <a:rPr lang="es-ES" dirty="0"/>
              <a:t> con cuentas inexistentes para que si hay un inicio de sesión salte una alerta.</a:t>
            </a:r>
          </a:p>
        </p:txBody>
      </p:sp>
    </p:spTree>
    <p:extLst>
      <p:ext uri="{BB962C8B-B14F-4D97-AF65-F5344CB8AC3E}">
        <p14:creationId xmlns:p14="http://schemas.microsoft.com/office/powerpoint/2010/main" val="1940121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AF768-BBCE-1406-F840-23F40FDF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Problemas con el prompt </a:t>
            </a:r>
            <a:r>
              <a:rPr lang="es-ES" dirty="0" err="1"/>
              <a:t>inyection</a:t>
            </a:r>
            <a:r>
              <a:rPr lang="es-ES" dirty="0"/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206F3AA-E36F-0493-4B69-4144E4B3F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452" y="2578100"/>
            <a:ext cx="8245445" cy="3767138"/>
          </a:xfrm>
        </p:spPr>
      </p:pic>
    </p:spTree>
    <p:extLst>
      <p:ext uri="{BB962C8B-B14F-4D97-AF65-F5344CB8AC3E}">
        <p14:creationId xmlns:p14="http://schemas.microsoft.com/office/powerpoint/2010/main" val="3787784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F64A6-0F84-75CD-D234-6A309D9C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7D0E37-8282-B03C-A434-746100E01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Frecuencia de aparición de letras: </a:t>
            </a:r>
            <a:r>
              <a:rPr lang="es-ES" dirty="0">
                <a:hlinkClick r:id="rId2"/>
              </a:rPr>
              <a:t>https://es.wikipedia.org/wiki/Frecuencia_de_aparici%C3%B3n_de_letras#</a:t>
            </a:r>
            <a:r>
              <a:rPr lang="es-ES" dirty="0"/>
              <a:t> </a:t>
            </a:r>
          </a:p>
          <a:p>
            <a:r>
              <a:rPr lang="es-ES" dirty="0"/>
              <a:t>AES: </a:t>
            </a:r>
            <a:r>
              <a:rPr lang="es-ES" dirty="0">
                <a:hlinkClick r:id="rId3"/>
              </a:rPr>
              <a:t>https://youtu.be/tzj1RoqRnv0</a:t>
            </a:r>
            <a:r>
              <a:rPr lang="es-ES" dirty="0"/>
              <a:t> </a:t>
            </a:r>
          </a:p>
          <a:p>
            <a:r>
              <a:rPr lang="es-ES" dirty="0"/>
              <a:t>Funciones hash: </a:t>
            </a:r>
            <a:r>
              <a:rPr lang="es-ES" dirty="0">
                <a:hlinkClick r:id="rId4"/>
              </a:rPr>
              <a:t>https://www.dongee.com/tutoriales/cuales-son-las-dos-funciones-de-hash-comunes/</a:t>
            </a:r>
            <a:r>
              <a:rPr lang="es-ES" dirty="0"/>
              <a:t>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1505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2" id="{C27C5EA2-A0D4-4A7D-9948-A5D4483D91AA}" vid="{C792E98A-C0F2-4F11-8D07-235B91C5079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1843</TotalTime>
  <Words>1225</Words>
  <Application>Microsoft Office PowerPoint</Application>
  <PresentationFormat>Panorámica</PresentationFormat>
  <Paragraphs>153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4" baseType="lpstr">
      <vt:lpstr>Arial</vt:lpstr>
      <vt:lpstr>Bierstadt</vt:lpstr>
      <vt:lpstr>Tema2</vt:lpstr>
      <vt:lpstr>Criptografía</vt:lpstr>
      <vt:lpstr>WHOAMI</vt:lpstr>
      <vt:lpstr>Índice de contenidos</vt:lpstr>
      <vt:lpstr>1. ¿Qué es la criptografía?</vt:lpstr>
      <vt:lpstr>Vista desde la criptografía clásica</vt:lpstr>
      <vt:lpstr>Una mirada más actual</vt:lpstr>
      <vt:lpstr>Seguridad de los datos, las 5 claves.</vt:lpstr>
      <vt:lpstr>Vista desde la criptografía moderna</vt:lpstr>
      <vt:lpstr>División de disciplinas</vt:lpstr>
      <vt:lpstr>2. Criptografía clásica</vt:lpstr>
      <vt:lpstr>Mayoritariamente están basadas en</vt:lpstr>
      <vt:lpstr>Cifrado por sustitución y transposición.</vt:lpstr>
      <vt:lpstr>Cifrados por sustitución</vt:lpstr>
      <vt:lpstr>Cifrado Cesar</vt:lpstr>
      <vt:lpstr>Problemas de los cifrados de sustitución simple</vt:lpstr>
      <vt:lpstr>Frecuencia de aparición de las letras en español</vt:lpstr>
      <vt:lpstr>cifrado por sustitución homofónico</vt:lpstr>
      <vt:lpstr>Criptografía moderna.</vt:lpstr>
      <vt:lpstr>UTF-8</vt:lpstr>
      <vt:lpstr>3. Criptografía simétrica</vt:lpstr>
      <vt:lpstr>Dos modos diferentes</vt:lpstr>
      <vt:lpstr>Ideas claves XOR</vt:lpstr>
      <vt:lpstr>AES</vt:lpstr>
      <vt:lpstr>Presentación de PowerPoint</vt:lpstr>
      <vt:lpstr>00</vt:lpstr>
      <vt:lpstr>Procesos de AES</vt:lpstr>
      <vt:lpstr>4. Criptografía asimétrica</vt:lpstr>
      <vt:lpstr>Conceptos clave para RSA</vt:lpstr>
      <vt:lpstr>RSA funcionamiento del cifrado asimétrico</vt:lpstr>
      <vt:lpstr>¿Qué se puede hacer con RSA?</vt:lpstr>
      <vt:lpstr>Presentación de PowerPoint</vt:lpstr>
      <vt:lpstr>Presentación de PowerPoint</vt:lpstr>
      <vt:lpstr>4.1 Criptografía hibrida</vt:lpstr>
      <vt:lpstr>5. Funciones Hash</vt:lpstr>
      <vt:lpstr>Conceptos clave</vt:lpstr>
      <vt:lpstr>Presentación de PowerPoint</vt:lpstr>
      <vt:lpstr>Presentación de PowerPoint</vt:lpstr>
      <vt:lpstr>SHA</vt:lpstr>
      <vt:lpstr>¿Por qué es buena práctica cifrar la base de datos?</vt:lpstr>
      <vt:lpstr>Problemas con el prompt inyection.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Navarta Carvajal</dc:creator>
  <cp:lastModifiedBy>Francisco Navarta Carvajal</cp:lastModifiedBy>
  <cp:revision>41</cp:revision>
  <dcterms:created xsi:type="dcterms:W3CDTF">2025-10-08T12:18:35Z</dcterms:created>
  <dcterms:modified xsi:type="dcterms:W3CDTF">2025-10-21T07:00:46Z</dcterms:modified>
</cp:coreProperties>
</file>