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427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6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7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1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2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26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52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7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0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3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mbrefrustrado" TargetMode="External"/><Relationship Id="rId2" Type="http://schemas.openxmlformats.org/officeDocument/2006/relationships/hyperlink" Target="https://www.linkedin.com/in/francisco-navarta-carvajal-2b565b334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A27539-4286-4FA8-9DA6-7CF237447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88BAEE-EFD3-B8BC-FFC2-9AB70304E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369" y="1079500"/>
            <a:ext cx="4078800" cy="2138400"/>
          </a:xfrm>
        </p:spPr>
        <p:txBody>
          <a:bodyPr>
            <a:normAutofit/>
          </a:bodyPr>
          <a:lstStyle/>
          <a:p>
            <a:r>
              <a:rPr lang="es-ES" dirty="0"/>
              <a:t>Ciberseguridad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51A435-D1B6-229C-B4CB-75CD8AFF6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369" y="4113213"/>
            <a:ext cx="4078800" cy="1655762"/>
          </a:xfrm>
        </p:spPr>
        <p:txBody>
          <a:bodyPr>
            <a:normAutofit/>
          </a:bodyPr>
          <a:lstStyle/>
          <a:p>
            <a:r>
              <a:rPr lang="es-ES" dirty="0"/>
              <a:t>Los retos del hoy y del mañana.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14D39-4332-4DDD-2F7D-D49FFB72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13" r="-2" b="-2"/>
          <a:stretch>
            <a:fillRect/>
          </a:stretch>
        </p:blipFill>
        <p:spPr>
          <a:xfrm>
            <a:off x="20" y="10"/>
            <a:ext cx="6111518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E74535-9C0E-4211-B088-610AD562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70AA1294-817C-540B-4907-31268B31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" y="4723724"/>
            <a:ext cx="6111518" cy="213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34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2D76E3-BBAC-4D3C-9314-D3076FA90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DF0C89-95B1-A29D-52EE-B0070A41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536575"/>
            <a:ext cx="4078800" cy="1453003"/>
          </a:xfrm>
        </p:spPr>
        <p:txBody>
          <a:bodyPr wrap="square" anchor="b">
            <a:normAutofit/>
          </a:bodyPr>
          <a:lstStyle/>
          <a:p>
            <a:pPr algn="ctr"/>
            <a:r>
              <a:rPr lang="es-ES" dirty="0"/>
              <a:t>WHOAMI</a:t>
            </a:r>
            <a:endParaRPr lang="es-E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C945D9-C3DE-4D90-9F29-7BE223A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8D338B3-6DA4-45F7-91E3-7D8C28D0B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0" name="Freeform 64">
                <a:extLst>
                  <a:ext uri="{FF2B5EF4-FFF2-40B4-BE49-F238E27FC236}">
                    <a16:creationId xmlns:a16="http://schemas.microsoft.com/office/drawing/2014/main" id="{6185FD3E-487C-45A4-AD94-24F4F7BAC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81">
                <a:extLst>
                  <a:ext uri="{FF2B5EF4-FFF2-40B4-BE49-F238E27FC236}">
                    <a16:creationId xmlns:a16="http://schemas.microsoft.com/office/drawing/2014/main" id="{DABEF2EB-1FA6-476D-ADEC-ACC991D1EE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Freeform 61">
                <a:extLst>
                  <a:ext uri="{FF2B5EF4-FFF2-40B4-BE49-F238E27FC236}">
                    <a16:creationId xmlns:a16="http://schemas.microsoft.com/office/drawing/2014/main" id="{702C2E5D-FD1A-49AB-9CF7-7F656660A9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78">
                <a:extLst>
                  <a:ext uri="{FF2B5EF4-FFF2-40B4-BE49-F238E27FC236}">
                    <a16:creationId xmlns:a16="http://schemas.microsoft.com/office/drawing/2014/main" id="{FE338B6A-36C1-4245-B24F-94D4DE5F7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6CDA6293-4165-4383-9C97-2A66792280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CACA95C4-6FB3-44B0-981E-06BBAE8F0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60">
                <a:extLst>
                  <a:ext uri="{FF2B5EF4-FFF2-40B4-BE49-F238E27FC236}">
                    <a16:creationId xmlns:a16="http://schemas.microsoft.com/office/drawing/2014/main" id="{87433F39-33A6-4FCE-9B83-3D9A47A7C5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59">
                <a:extLst>
                  <a:ext uri="{FF2B5EF4-FFF2-40B4-BE49-F238E27FC236}">
                    <a16:creationId xmlns:a16="http://schemas.microsoft.com/office/drawing/2014/main" id="{09C092FC-35CB-41D8-8B13-9A238EE30C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2">
                <a:extLst>
                  <a:ext uri="{FF2B5EF4-FFF2-40B4-BE49-F238E27FC236}">
                    <a16:creationId xmlns:a16="http://schemas.microsoft.com/office/drawing/2014/main" id="{A0DF137B-3079-4986-913B-939546E64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D660B18D-F0F5-419B-B3F1-B039757C9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9">
                <a:extLst>
                  <a:ext uri="{FF2B5EF4-FFF2-40B4-BE49-F238E27FC236}">
                    <a16:creationId xmlns:a16="http://schemas.microsoft.com/office/drawing/2014/main" id="{80FAC823-69BF-42B9-BA6A-E365E721EB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2">
                <a:extLst>
                  <a:ext uri="{FF2B5EF4-FFF2-40B4-BE49-F238E27FC236}">
                    <a16:creationId xmlns:a16="http://schemas.microsoft.com/office/drawing/2014/main" id="{5B5DFB3A-61ED-4206-9B53-3E8A8CE9FF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5">
                <a:extLst>
                  <a:ext uri="{FF2B5EF4-FFF2-40B4-BE49-F238E27FC236}">
                    <a16:creationId xmlns:a16="http://schemas.microsoft.com/office/drawing/2014/main" id="{C72D0A40-CAB7-45AB-B832-628D138C69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8">
                <a:extLst>
                  <a:ext uri="{FF2B5EF4-FFF2-40B4-BE49-F238E27FC236}">
                    <a16:creationId xmlns:a16="http://schemas.microsoft.com/office/drawing/2014/main" id="{A1757DD3-2A1D-4CED-A678-ECE520A1B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42918845-1F95-46C2-8F59-32EB33C4A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5" name="Line 63">
                  <a:extLst>
                    <a:ext uri="{FF2B5EF4-FFF2-40B4-BE49-F238E27FC236}">
                      <a16:creationId xmlns:a16="http://schemas.microsoft.com/office/drawing/2014/main" id="{E7391FC0-5104-4751-BB86-0D12BFFBE3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Line 66">
                  <a:extLst>
                    <a:ext uri="{FF2B5EF4-FFF2-40B4-BE49-F238E27FC236}">
                      <a16:creationId xmlns:a16="http://schemas.microsoft.com/office/drawing/2014/main" id="{094BBC13-5B24-4DFD-A5AD-892345304C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Line 67">
                  <a:extLst>
                    <a:ext uri="{FF2B5EF4-FFF2-40B4-BE49-F238E27FC236}">
                      <a16:creationId xmlns:a16="http://schemas.microsoft.com/office/drawing/2014/main" id="{5D6BCBF6-E4C8-49C4-BCE6-A57F7EB6CA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80">
                  <a:extLst>
                    <a:ext uri="{FF2B5EF4-FFF2-40B4-BE49-F238E27FC236}">
                      <a16:creationId xmlns:a16="http://schemas.microsoft.com/office/drawing/2014/main" id="{4A5F536F-42F0-4F01-9893-075DD5BCCE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83">
                  <a:extLst>
                    <a:ext uri="{FF2B5EF4-FFF2-40B4-BE49-F238E27FC236}">
                      <a16:creationId xmlns:a16="http://schemas.microsoft.com/office/drawing/2014/main" id="{60BE5073-8B4E-47B4-AC5B-31D8FD99D2C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6">
                  <a:extLst>
                    <a:ext uri="{FF2B5EF4-FFF2-40B4-BE49-F238E27FC236}">
                      <a16:creationId xmlns:a16="http://schemas.microsoft.com/office/drawing/2014/main" id="{B210067F-EA9E-4248-B2D2-39D656B3AF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9">
                  <a:extLst>
                    <a:ext uri="{FF2B5EF4-FFF2-40B4-BE49-F238E27FC236}">
                      <a16:creationId xmlns:a16="http://schemas.microsoft.com/office/drawing/2014/main" id="{B5121029-6739-4142-9E53-48DCA4F8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6776FFF-7CFE-4739-9104-473DA368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39C6C41-5DF4-4A11-89B7-BAB3F63B5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6F0F36F-7ABB-4F4C-9CC5-443B1936F4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F2DB5F0-FD30-4907-86AB-7DA7CA3E31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angle 30">
                  <a:extLst>
                    <a:ext uri="{FF2B5EF4-FFF2-40B4-BE49-F238E27FC236}">
                      <a16:creationId xmlns:a16="http://schemas.microsoft.com/office/drawing/2014/main" id="{0A419F00-E825-4E5E-92EA-DDF22BB2FB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30">
                  <a:extLst>
                    <a:ext uri="{FF2B5EF4-FFF2-40B4-BE49-F238E27FC236}">
                      <a16:creationId xmlns:a16="http://schemas.microsoft.com/office/drawing/2014/main" id="{D7C5E6F1-BF29-4F80-A5F4-81345C2901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2CEDE34-3360-4BFF-8F28-053990E69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898E96F4-030D-444B-B62F-0DA0283377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5D902ED-F254-4B06-9B62-AF188FF41A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EBB14B7-5333-4EA3-A883-B3D949DA5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F2F0B6D-3339-445E-AE6F-EA80BB952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9" name="Freeform 68">
                  <a:extLst>
                    <a:ext uri="{FF2B5EF4-FFF2-40B4-BE49-F238E27FC236}">
                      <a16:creationId xmlns:a16="http://schemas.microsoft.com/office/drawing/2014/main" id="{1FD745BE-AAE8-4FD8-B107-4730C82F8C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69">
                  <a:extLst>
                    <a:ext uri="{FF2B5EF4-FFF2-40B4-BE49-F238E27FC236}">
                      <a16:creationId xmlns:a16="http://schemas.microsoft.com/office/drawing/2014/main" id="{55D7086E-72EA-4FBD-8B82-D3ECF7D513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Line 70">
                  <a:extLst>
                    <a:ext uri="{FF2B5EF4-FFF2-40B4-BE49-F238E27FC236}">
                      <a16:creationId xmlns:a16="http://schemas.microsoft.com/office/drawing/2014/main" id="{246D59ED-9B4E-4F44-B189-00E3B8D72D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726404C-494E-4C74-9581-BE06BE0D27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C61F0CD3-7875-46CD-A844-0B022BEF27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D83F2F78-08A8-49BE-AF85-1C3DD28602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70">
                  <a:extLst>
                    <a:ext uri="{FF2B5EF4-FFF2-40B4-BE49-F238E27FC236}">
                      <a16:creationId xmlns:a16="http://schemas.microsoft.com/office/drawing/2014/main" id="{93069262-0DE6-4BA7-9773-656AF1E6CF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725E2D-27B9-4A2E-B161-230C61B08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F81B2C-A158-0407-5DA5-73D385297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600" y="2877018"/>
            <a:ext cx="4078800" cy="290148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s-ES" sz="1600" dirty="0"/>
              <a:t>Francisco Navarta Carvajal</a:t>
            </a:r>
          </a:p>
          <a:p>
            <a:pPr>
              <a:lnSpc>
                <a:spcPct val="140000"/>
              </a:lnSpc>
            </a:pPr>
            <a:r>
              <a:rPr lang="es-ES" sz="1600" dirty="0"/>
              <a:t>Ingeniero Informático por la UMA (en proceso)</a:t>
            </a:r>
          </a:p>
          <a:p>
            <a:pPr>
              <a:lnSpc>
                <a:spcPct val="140000"/>
              </a:lnSpc>
            </a:pPr>
            <a:r>
              <a:rPr lang="es-ES" sz="1600" dirty="0">
                <a:hlinkClick r:id="rId2"/>
              </a:rPr>
              <a:t>https://www.linkedin.com/in/francisco-navarta-carvajal-2b565b334/</a:t>
            </a:r>
            <a:endParaRPr lang="es-ES" sz="1600" dirty="0"/>
          </a:p>
          <a:p>
            <a:pPr>
              <a:lnSpc>
                <a:spcPct val="140000"/>
              </a:lnSpc>
            </a:pPr>
            <a:r>
              <a:rPr lang="es-ES" sz="1600" dirty="0">
                <a:hlinkClick r:id="rId3"/>
              </a:rPr>
              <a:t>https://github.com/hombrefrustrado</a:t>
            </a:r>
            <a:r>
              <a:rPr lang="es-ES" sz="1600" dirty="0"/>
              <a:t>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5C23123-3C5C-4A8B-AD1C-138D7B73D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DC1AC98-A945-45DC-A533-43311AB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75" name="Freeform 64">
                <a:extLst>
                  <a:ext uri="{FF2B5EF4-FFF2-40B4-BE49-F238E27FC236}">
                    <a16:creationId xmlns:a16="http://schemas.microsoft.com/office/drawing/2014/main" id="{525BFDD7-7DC7-4933-95CA-274FF3A12B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81">
                <a:extLst>
                  <a:ext uri="{FF2B5EF4-FFF2-40B4-BE49-F238E27FC236}">
                    <a16:creationId xmlns:a16="http://schemas.microsoft.com/office/drawing/2014/main" id="{56EAE20D-E363-445F-AAA9-8923C7A41D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61">
                <a:extLst>
                  <a:ext uri="{FF2B5EF4-FFF2-40B4-BE49-F238E27FC236}">
                    <a16:creationId xmlns:a16="http://schemas.microsoft.com/office/drawing/2014/main" id="{63DF7269-8701-4F88-89A3-EA45D9DF59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2DDEEFE7-743E-40D3-AB86-C074CADC93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84">
                <a:extLst>
                  <a:ext uri="{FF2B5EF4-FFF2-40B4-BE49-F238E27FC236}">
                    <a16:creationId xmlns:a16="http://schemas.microsoft.com/office/drawing/2014/main" id="{6DC0260D-7AA3-4733-B3CB-6389FCCAB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87">
                <a:extLst>
                  <a:ext uri="{FF2B5EF4-FFF2-40B4-BE49-F238E27FC236}">
                    <a16:creationId xmlns:a16="http://schemas.microsoft.com/office/drawing/2014/main" id="{E9487A85-3305-4BD8-A4FB-7939820DE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60">
                <a:extLst>
                  <a:ext uri="{FF2B5EF4-FFF2-40B4-BE49-F238E27FC236}">
                    <a16:creationId xmlns:a16="http://schemas.microsoft.com/office/drawing/2014/main" id="{9A56408A-8D1F-4308-888A-C10250ED4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B8EA7519-3D12-4CBF-9CF9-2DBF5379C4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62">
                <a:extLst>
                  <a:ext uri="{FF2B5EF4-FFF2-40B4-BE49-F238E27FC236}">
                    <a16:creationId xmlns:a16="http://schemas.microsoft.com/office/drawing/2014/main" id="{CBCFA958-AB70-45BC-86FB-95916AC882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65">
                <a:extLst>
                  <a:ext uri="{FF2B5EF4-FFF2-40B4-BE49-F238E27FC236}">
                    <a16:creationId xmlns:a16="http://schemas.microsoft.com/office/drawing/2014/main" id="{EC7CC8AD-3574-4368-9084-30AA269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79">
                <a:extLst>
                  <a:ext uri="{FF2B5EF4-FFF2-40B4-BE49-F238E27FC236}">
                    <a16:creationId xmlns:a16="http://schemas.microsoft.com/office/drawing/2014/main" id="{AAF385D0-C8F4-4D2E-A604-55B0C4A37A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5807D27C-D4CF-4DD8-95BF-BE0E820995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5">
                <a:extLst>
                  <a:ext uri="{FF2B5EF4-FFF2-40B4-BE49-F238E27FC236}">
                    <a16:creationId xmlns:a16="http://schemas.microsoft.com/office/drawing/2014/main" id="{AF358179-B76F-48FB-9D1E-25F2B422B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id="{4F860F54-6F02-429D-84F9-216C593FD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F2CD1C6-D2DC-4C27-A7A3-0D6ECCB7B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0" name="Line 63">
                  <a:extLst>
                    <a:ext uri="{FF2B5EF4-FFF2-40B4-BE49-F238E27FC236}">
                      <a16:creationId xmlns:a16="http://schemas.microsoft.com/office/drawing/2014/main" id="{17251CE3-FBBE-4B37-B229-DF726C4AE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Line 66">
                  <a:extLst>
                    <a:ext uri="{FF2B5EF4-FFF2-40B4-BE49-F238E27FC236}">
                      <a16:creationId xmlns:a16="http://schemas.microsoft.com/office/drawing/2014/main" id="{14522961-6FA8-43A3-894B-20435789E3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Line 67">
                  <a:extLst>
                    <a:ext uri="{FF2B5EF4-FFF2-40B4-BE49-F238E27FC236}">
                      <a16:creationId xmlns:a16="http://schemas.microsoft.com/office/drawing/2014/main" id="{54230A9C-2E62-416C-A910-A26CB0BB74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Line 80">
                  <a:extLst>
                    <a:ext uri="{FF2B5EF4-FFF2-40B4-BE49-F238E27FC236}">
                      <a16:creationId xmlns:a16="http://schemas.microsoft.com/office/drawing/2014/main" id="{EDC7B8CE-339C-4B31-9A1E-1E6F3F20E5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Line 83">
                  <a:extLst>
                    <a:ext uri="{FF2B5EF4-FFF2-40B4-BE49-F238E27FC236}">
                      <a16:creationId xmlns:a16="http://schemas.microsoft.com/office/drawing/2014/main" id="{D5900B3C-A349-4C11-8871-F0C656F06A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Line 86">
                  <a:extLst>
                    <a:ext uri="{FF2B5EF4-FFF2-40B4-BE49-F238E27FC236}">
                      <a16:creationId xmlns:a16="http://schemas.microsoft.com/office/drawing/2014/main" id="{B836DF39-5332-440E-BD43-94EF14B9F7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89">
                  <a:extLst>
                    <a:ext uri="{FF2B5EF4-FFF2-40B4-BE49-F238E27FC236}">
                      <a16:creationId xmlns:a16="http://schemas.microsoft.com/office/drawing/2014/main" id="{25596AFB-7112-451F-A40E-C4D365BC05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7B87DF-BE21-4275-A328-36294B5E8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DF7768E-3A7E-48EA-AE6B-544137E01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0C7E39C2-9BBA-4C6E-B352-FADF72FF84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55FF2688-1869-4A97-A594-AD2F8C720A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30">
                  <a:extLst>
                    <a:ext uri="{FF2B5EF4-FFF2-40B4-BE49-F238E27FC236}">
                      <a16:creationId xmlns:a16="http://schemas.microsoft.com/office/drawing/2014/main" id="{035F350E-CDEC-47D7-B1F6-BB33F7263D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30">
                  <a:extLst>
                    <a:ext uri="{FF2B5EF4-FFF2-40B4-BE49-F238E27FC236}">
                      <a16:creationId xmlns:a16="http://schemas.microsoft.com/office/drawing/2014/main" id="{32757671-5219-4448-9D74-96978B78FB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A62FFE05-1BB5-478B-ACB7-0201D6E0B8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08CF1D90-5BE7-4777-9D00-4B898D6A5D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D066325E-CB67-49CD-9A41-2CFD6BCC90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05EB12-3265-4FD8-AE15-B453CFF08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BCD1DA60-1F78-4286-AD75-48457E4E42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4" name="Freeform 68">
                  <a:extLst>
                    <a:ext uri="{FF2B5EF4-FFF2-40B4-BE49-F238E27FC236}">
                      <a16:creationId xmlns:a16="http://schemas.microsoft.com/office/drawing/2014/main" id="{F2434CC9-D9BE-4CC5-A618-AC659C5CBD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69">
                  <a:extLst>
                    <a:ext uri="{FF2B5EF4-FFF2-40B4-BE49-F238E27FC236}">
                      <a16:creationId xmlns:a16="http://schemas.microsoft.com/office/drawing/2014/main" id="{B9A88CD6-DA9C-42B2-A37B-5A0E1BED75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Line 70">
                  <a:extLst>
                    <a:ext uri="{FF2B5EF4-FFF2-40B4-BE49-F238E27FC236}">
                      <a16:creationId xmlns:a16="http://schemas.microsoft.com/office/drawing/2014/main" id="{4A018333-A419-44AE-9CF5-57D5319073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C9BB730-80E2-4F3A-882B-7ED9186ABD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1" name="Freeform 68">
                  <a:extLst>
                    <a:ext uri="{FF2B5EF4-FFF2-40B4-BE49-F238E27FC236}">
                      <a16:creationId xmlns:a16="http://schemas.microsoft.com/office/drawing/2014/main" id="{D48E4E69-835A-40C7-A548-8947A81DC1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69">
                  <a:extLst>
                    <a:ext uri="{FF2B5EF4-FFF2-40B4-BE49-F238E27FC236}">
                      <a16:creationId xmlns:a16="http://schemas.microsoft.com/office/drawing/2014/main" id="{E4F80DAC-11B8-4A6F-9CAA-8C62C6A2E6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Line 70">
                  <a:extLst>
                    <a:ext uri="{FF2B5EF4-FFF2-40B4-BE49-F238E27FC236}">
                      <a16:creationId xmlns:a16="http://schemas.microsoft.com/office/drawing/2014/main" id="{FF491AF2-6D67-4650-B34C-5BB5F11284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1692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68346D-5E77-4906-AC8D-57FB88F11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02CBDE-CAF2-E4E1-46DE-D465F31F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536575"/>
            <a:ext cx="4078800" cy="1453003"/>
          </a:xfrm>
        </p:spPr>
        <p:txBody>
          <a:bodyPr wrap="square" anchor="b">
            <a:normAutofit/>
          </a:bodyPr>
          <a:lstStyle/>
          <a:p>
            <a:pPr algn="ctr"/>
            <a:r>
              <a:rPr lang="es-ES" dirty="0"/>
              <a:t>¿Qué es la ciberseguridad?</a:t>
            </a:r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8C6BE-41CC-4C4D-850F-F82321AE7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7" name="Graphic 6" descr="Programador">
            <a:extLst>
              <a:ext uri="{FF2B5EF4-FFF2-40B4-BE49-F238E27FC236}">
                <a16:creationId xmlns:a16="http://schemas.microsoft.com/office/drawing/2014/main" id="{23CF5C36-551B-9000-C350-B0D0F939C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00" y="927730"/>
            <a:ext cx="4999885" cy="499988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BC1FDF-AE13-4731-B38F-2761BDFDB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997A5F-A1CF-1113-7214-67126801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369" y="2877018"/>
            <a:ext cx="4078800" cy="290148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s-ES" sz="1700"/>
              <a:t>La </a:t>
            </a:r>
            <a:r>
              <a:rPr lang="es-ES" sz="1700" b="1"/>
              <a:t>ciberseguridad</a:t>
            </a:r>
            <a:r>
              <a:rPr lang="es-ES" sz="1700"/>
              <a:t> es el conjunto de </a:t>
            </a:r>
            <a:r>
              <a:rPr lang="es-ES" sz="1700" b="1"/>
              <a:t>prácticas, tecnologías y procesos</a:t>
            </a:r>
            <a:r>
              <a:rPr lang="es-ES" sz="1700"/>
              <a:t> diseñados para </a:t>
            </a:r>
            <a:r>
              <a:rPr lang="es-ES" sz="1700" b="1"/>
              <a:t>proteger sistemas informáticos, redes, dispositivos, programas y datos</a:t>
            </a:r>
            <a:r>
              <a:rPr lang="es-ES" sz="1700"/>
              <a:t> frente a ataques, daños o accesos no autorizados.</a:t>
            </a:r>
          </a:p>
        </p:txBody>
      </p:sp>
    </p:spTree>
    <p:extLst>
      <p:ext uri="{BB962C8B-B14F-4D97-AF65-F5344CB8AC3E}">
        <p14:creationId xmlns:p14="http://schemas.microsoft.com/office/powerpoint/2010/main" val="138652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E213A-702A-5037-118E-4CEA6652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962" y="110809"/>
            <a:ext cx="10213200" cy="1112836"/>
          </a:xfrm>
        </p:spPr>
        <p:txBody>
          <a:bodyPr/>
          <a:lstStyle/>
          <a:p>
            <a:r>
              <a:rPr lang="es-ES" dirty="0"/>
              <a:t>Consejos de andar por casa</a:t>
            </a:r>
          </a:p>
        </p:txBody>
      </p:sp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206F2627-D004-D1AF-5A1D-325C3B22E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2" y="1508125"/>
            <a:ext cx="4629150" cy="2956043"/>
          </a:xfrm>
          <a:prstGeom prst="rect">
            <a:avLst/>
          </a:prstGeom>
        </p:spPr>
      </p:pic>
      <p:pic>
        <p:nvPicPr>
          <p:cNvPr id="7" name="Imagen 6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21E5B0BF-796C-8799-721D-CB2B3A0F4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64" y="1508125"/>
            <a:ext cx="6013011" cy="2090944"/>
          </a:xfrm>
          <a:prstGeom prst="rect">
            <a:avLst/>
          </a:prstGeom>
        </p:spPr>
      </p:pic>
      <p:pic>
        <p:nvPicPr>
          <p:cNvPr id="9" name="Imagen 8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3BF381A0-EA45-D35D-53F8-41D22D0FB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02" y="4838007"/>
            <a:ext cx="2524125" cy="1809750"/>
          </a:xfrm>
          <a:prstGeom prst="rect">
            <a:avLst/>
          </a:prstGeom>
        </p:spPr>
      </p:pic>
      <p:pic>
        <p:nvPicPr>
          <p:cNvPr id="11" name="Imagen 10" descr="Interfaz de usuario gráfica, Aplicación, Correo electrónico, Sitio web&#10;&#10;El contenido generado por IA puede ser incorrecto.">
            <a:extLst>
              <a:ext uri="{FF2B5EF4-FFF2-40B4-BE49-F238E27FC236}">
                <a16:creationId xmlns:a16="http://schemas.microsoft.com/office/drawing/2014/main" id="{48D97D94-C103-0C01-DDF4-9ED1B4F7BE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2" y="4627764"/>
            <a:ext cx="5369602" cy="20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6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A707C7-5634-BC57-89FF-5F3AF108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015" y="433552"/>
            <a:ext cx="4636800" cy="21384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/>
            <a:r>
              <a:rPr lang="en-US" sz="4800" dirty="0" err="1"/>
              <a:t>Diferentes</a:t>
            </a:r>
            <a:r>
              <a:rPr lang="en-US" sz="4800" dirty="0"/>
              <a:t> </a:t>
            </a:r>
            <a:r>
              <a:rPr lang="en-US" sz="4800" dirty="0" err="1"/>
              <a:t>tipos</a:t>
            </a:r>
            <a:r>
              <a:rPr lang="en-US" sz="4800" dirty="0"/>
              <a:t> de malware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578809-4F8C-4A9B-A59D-0D7BDA6B1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DADE07-3826-4857-9180-7DB77BCCE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5C21CC9E-9E93-47EE-B6BE-DAF0D163FF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F98634D8-7CA3-4C66-8CD8-4D6F24833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79AC1E2-C2CF-4BA7-82B4-C8CCC73056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FD089815-EEDF-4A19-B1A5-CD51F7D64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3913B299-F5CE-4C72-A020-2AFCFFDB7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38067600-ABBC-4D8F-B242-026D39DB95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AF1082FE-D7C7-430A-B6DF-041CD1FBF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D20DF48A-C1E5-483E-B21B-EDC96EC75D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BE0F4360-2529-43AE-8AD9-1B7B3F903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B1B8DE27-1A2A-48A2-A329-B0F4201A7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9BD6F64A-2862-4703-A7E6-6D3295621F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DA103B72-E0CF-45F0-A7D0-21ECD0175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12BF02EE-B84D-4508-86AE-720FFD081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63DEFA47-924F-47EC-8A1A-E8D4E1D286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8E9EAB0-A7D4-43A2-BE0E-0285979BC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0918A230-E769-4D1D-BAD9-E5835E2C8D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8387A7CE-102C-40EE-9CF5-025C3DD8D49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04D252BC-127A-412D-BC8A-003132AE7C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DBF98D9E-95AE-499D-90A5-B46B881160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DF93481C-D4B8-49D1-8DB5-0DDFD0A975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E08AF258-8D62-4B36-9315-8652E31710E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DCAC5381-7C87-4FB1-922C-72424F35D4F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3D131BB-56BB-4799-9DE1-95E397FA6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D75D3A2-6328-49F4-A5C7-BDBEBE87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B386BFB-69FD-4CED-89B4-6E45CD3340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E0292B6-9C83-4545-9DB9-6D216C6491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218E320A-887F-4DBF-8CCC-A0E849F364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70456DE9-EFE8-480B-904C-C4E4521BA8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AC87AC-6F0D-41C3-A96D-583587DBD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BBB3529-7770-48BD-9A2D-61CB322B48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D2F05B-BBCD-4783-BDE0-43D73C2675E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C54BFAD-42ED-48A4-AA55-3BE394C44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B341D07-45D8-4F3A-B413-FD2B278A24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72DAC2D-6CA9-4BA0-9831-D9BCA4630F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79883F04-2F99-488F-B3C5-0B29E181A1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588E0A03-E6DB-4D96-82A1-39AAB99850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032D250-40F2-4BE1-9E51-51D6124316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4" name="Freeform 68">
                  <a:extLst>
                    <a:ext uri="{FF2B5EF4-FFF2-40B4-BE49-F238E27FC236}">
                      <a16:creationId xmlns:a16="http://schemas.microsoft.com/office/drawing/2014/main" id="{CFF6B335-FCBC-4111-B6E0-010A0CCF6A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69">
                  <a:extLst>
                    <a:ext uri="{FF2B5EF4-FFF2-40B4-BE49-F238E27FC236}">
                      <a16:creationId xmlns:a16="http://schemas.microsoft.com/office/drawing/2014/main" id="{F3A4A21F-DBFE-4F02-A66E-C6F0ECB698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Line 70">
                  <a:extLst>
                    <a:ext uri="{FF2B5EF4-FFF2-40B4-BE49-F238E27FC236}">
                      <a16:creationId xmlns:a16="http://schemas.microsoft.com/office/drawing/2014/main" id="{3A5E5CE1-528A-4B41-A739-BFE450F1F9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88FC08C-C419-4B3F-B3C4-074AE7045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9E4645-4CFC-4C14-9639-295E67859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5D1D75-29EC-4168-9B74-DD31796A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3" name="Freeform 64">
                <a:extLst>
                  <a:ext uri="{FF2B5EF4-FFF2-40B4-BE49-F238E27FC236}">
                    <a16:creationId xmlns:a16="http://schemas.microsoft.com/office/drawing/2014/main" id="{5C244629-4F62-4555-8576-76E450C712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1">
                <a:extLst>
                  <a:ext uri="{FF2B5EF4-FFF2-40B4-BE49-F238E27FC236}">
                    <a16:creationId xmlns:a16="http://schemas.microsoft.com/office/drawing/2014/main" id="{33FE7FD6-ED0C-4A85-BB37-50D5DEFE5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61">
                <a:extLst>
                  <a:ext uri="{FF2B5EF4-FFF2-40B4-BE49-F238E27FC236}">
                    <a16:creationId xmlns:a16="http://schemas.microsoft.com/office/drawing/2014/main" id="{E321CBA3-94D7-498A-AA58-32E5E21DAA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78">
                <a:extLst>
                  <a:ext uri="{FF2B5EF4-FFF2-40B4-BE49-F238E27FC236}">
                    <a16:creationId xmlns:a16="http://schemas.microsoft.com/office/drawing/2014/main" id="{A483E481-9A4F-433D-83BF-BE219AE92A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4">
                <a:extLst>
                  <a:ext uri="{FF2B5EF4-FFF2-40B4-BE49-F238E27FC236}">
                    <a16:creationId xmlns:a16="http://schemas.microsoft.com/office/drawing/2014/main" id="{3BD25EE3-866C-4F95-87D6-3539B174A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7C4C4F76-8DA9-47EA-94F9-1D400388FA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0">
                <a:extLst>
                  <a:ext uri="{FF2B5EF4-FFF2-40B4-BE49-F238E27FC236}">
                    <a16:creationId xmlns:a16="http://schemas.microsoft.com/office/drawing/2014/main" id="{025FE981-874E-47FE-81B8-F025D2BF9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59">
                <a:extLst>
                  <a:ext uri="{FF2B5EF4-FFF2-40B4-BE49-F238E27FC236}">
                    <a16:creationId xmlns:a16="http://schemas.microsoft.com/office/drawing/2014/main" id="{5680B73A-298E-4BDA-AB07-ACC8314E4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01AFB333-D097-4235-A165-C9D3CDC2FE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65">
                <a:extLst>
                  <a:ext uri="{FF2B5EF4-FFF2-40B4-BE49-F238E27FC236}">
                    <a16:creationId xmlns:a16="http://schemas.microsoft.com/office/drawing/2014/main" id="{66C11AEB-D3F2-45AA-9C41-CA142A02E7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79">
                <a:extLst>
                  <a:ext uri="{FF2B5EF4-FFF2-40B4-BE49-F238E27FC236}">
                    <a16:creationId xmlns:a16="http://schemas.microsoft.com/office/drawing/2014/main" id="{2EAA79E5-B4EE-4477-A9D7-38234A19D4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82">
                <a:extLst>
                  <a:ext uri="{FF2B5EF4-FFF2-40B4-BE49-F238E27FC236}">
                    <a16:creationId xmlns:a16="http://schemas.microsoft.com/office/drawing/2014/main" id="{A2EB3CA6-CF43-44E7-A82B-C86FF6A75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85">
                <a:extLst>
                  <a:ext uri="{FF2B5EF4-FFF2-40B4-BE49-F238E27FC236}">
                    <a16:creationId xmlns:a16="http://schemas.microsoft.com/office/drawing/2014/main" id="{635B3B6D-8A83-4CF1-AE24-D872BCE07C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88">
                <a:extLst>
                  <a:ext uri="{FF2B5EF4-FFF2-40B4-BE49-F238E27FC236}">
                    <a16:creationId xmlns:a16="http://schemas.microsoft.com/office/drawing/2014/main" id="{67274B73-EB7F-4885-8375-DCC193DE84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B0EE02B4-8ECF-4636-B55D-11A3869E6E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8" name="Line 63">
                  <a:extLst>
                    <a:ext uri="{FF2B5EF4-FFF2-40B4-BE49-F238E27FC236}">
                      <a16:creationId xmlns:a16="http://schemas.microsoft.com/office/drawing/2014/main" id="{97860271-66A3-4C76-9A50-EF7ADA1D95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66">
                  <a:extLst>
                    <a:ext uri="{FF2B5EF4-FFF2-40B4-BE49-F238E27FC236}">
                      <a16:creationId xmlns:a16="http://schemas.microsoft.com/office/drawing/2014/main" id="{CD0262E2-572E-453D-8FE4-46EDF0C75C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67">
                  <a:extLst>
                    <a:ext uri="{FF2B5EF4-FFF2-40B4-BE49-F238E27FC236}">
                      <a16:creationId xmlns:a16="http://schemas.microsoft.com/office/drawing/2014/main" id="{504EAB1B-BE08-49A3-91E4-2F59777FF8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0">
                  <a:extLst>
                    <a:ext uri="{FF2B5EF4-FFF2-40B4-BE49-F238E27FC236}">
                      <a16:creationId xmlns:a16="http://schemas.microsoft.com/office/drawing/2014/main" id="{1BA1BFEB-5D6B-4011-8814-75FDF39A8C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Line 83">
                  <a:extLst>
                    <a:ext uri="{FF2B5EF4-FFF2-40B4-BE49-F238E27FC236}">
                      <a16:creationId xmlns:a16="http://schemas.microsoft.com/office/drawing/2014/main" id="{58D635F3-CD70-43D2-9FAE-690BB6A8C0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86">
                  <a:extLst>
                    <a:ext uri="{FF2B5EF4-FFF2-40B4-BE49-F238E27FC236}">
                      <a16:creationId xmlns:a16="http://schemas.microsoft.com/office/drawing/2014/main" id="{7D4A71ED-4313-45E2-9078-0A2179F609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Line 89">
                  <a:extLst>
                    <a:ext uri="{FF2B5EF4-FFF2-40B4-BE49-F238E27FC236}">
                      <a16:creationId xmlns:a16="http://schemas.microsoft.com/office/drawing/2014/main" id="{F71A8BF4-8580-4405-93CC-68682C9EFB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03EA70C-259E-4844-83FD-A8152374D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D8DEFBA-3794-41DB-BA53-A168E4B02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F74D1351-C939-4ABA-A2D0-F13C1F3BF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D672A249-195A-4DAD-984C-AC6C894A6FD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30">
                  <a:extLst>
                    <a:ext uri="{FF2B5EF4-FFF2-40B4-BE49-F238E27FC236}">
                      <a16:creationId xmlns:a16="http://schemas.microsoft.com/office/drawing/2014/main" id="{B2751033-92CC-43C5-B09D-BEAC921297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30">
                  <a:extLst>
                    <a:ext uri="{FF2B5EF4-FFF2-40B4-BE49-F238E27FC236}">
                      <a16:creationId xmlns:a16="http://schemas.microsoft.com/office/drawing/2014/main" id="{810A9024-F6AE-46E1-AF5B-23C1BAF52A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148CDE3-7E34-46A7-A2A1-B2418BA6C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DFB487FA-CAC6-469F-8D07-227D88323A7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64B6721C-6379-4342-B632-2288DDDD12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8C06E09-320E-44ED-8B43-2BB2CE74A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2F42D42C-CE47-479C-A563-298CD9035F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72" name="Freeform 68">
                  <a:extLst>
                    <a:ext uri="{FF2B5EF4-FFF2-40B4-BE49-F238E27FC236}">
                      <a16:creationId xmlns:a16="http://schemas.microsoft.com/office/drawing/2014/main" id="{65202664-9154-4377-8C3E-9BA25B78A4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9">
                  <a:extLst>
                    <a:ext uri="{FF2B5EF4-FFF2-40B4-BE49-F238E27FC236}">
                      <a16:creationId xmlns:a16="http://schemas.microsoft.com/office/drawing/2014/main" id="{F0361EFD-383F-40DA-936A-1EC55BBA67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Line 70">
                  <a:extLst>
                    <a:ext uri="{FF2B5EF4-FFF2-40B4-BE49-F238E27FC236}">
                      <a16:creationId xmlns:a16="http://schemas.microsoft.com/office/drawing/2014/main" id="{0899FE39-C088-493A-A9ED-9C70D9427F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4A185DA-EED5-4241-BCE2-7DFF9775B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1D1D1F03-0895-4603-B54A-30778D288D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4205B00F-0C22-4C32-B408-130BD2BCA2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0307197D-6DFE-4C69-95F1-42678413BA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C393E7BC-A635-F889-2910-F5D12FCA0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6439" y="2755358"/>
            <a:ext cx="3443027" cy="359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8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559E5-4CFC-DA0D-4B23-4E64030C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Keylogger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C155F6-C179-2ACE-6C94-11556DD14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70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571AE-D47F-9C46-849B-F499A889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C4D7D-BA3D-CC40-9EBF-76CA15C9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36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CFDDE-0EDA-877D-D7EA-8A4AEFDB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Shell inversa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077B2B-BE53-99E4-7910-92E599D72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476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F7805-C49D-3986-D885-6B6A206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Gusano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4DF6DB-9278-8E53-2CB2-2CFD48269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11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27C95-6CFA-C924-5B2A-A1E77E19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Spyware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B3A519-CD78-FB8F-D981-2DDBBD3A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2540038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96</Words>
  <Application>Microsoft Office PowerPoint</Application>
  <PresentationFormat>Panorámica</PresentationFormat>
  <Paragraphs>16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Goudy Old Style</vt:lpstr>
      <vt:lpstr>Wingdings</vt:lpstr>
      <vt:lpstr>FrostyVTI</vt:lpstr>
      <vt:lpstr>Ciberseguridad</vt:lpstr>
      <vt:lpstr>WHOAMI</vt:lpstr>
      <vt:lpstr>¿Qué es la ciberseguridad?</vt:lpstr>
      <vt:lpstr>Consejos de andar por casa</vt:lpstr>
      <vt:lpstr>Diferentes tipos de malware</vt:lpstr>
      <vt:lpstr>Keylogger</vt:lpstr>
      <vt:lpstr>RAT</vt:lpstr>
      <vt:lpstr>Shell inversa</vt:lpstr>
      <vt:lpstr>Gusano</vt:lpstr>
      <vt:lpstr>Spyware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Navarta Carvajal</dc:creator>
  <cp:lastModifiedBy>Francisco Navarta Carvajal</cp:lastModifiedBy>
  <cp:revision>5</cp:revision>
  <dcterms:created xsi:type="dcterms:W3CDTF">2025-10-06T16:14:25Z</dcterms:created>
  <dcterms:modified xsi:type="dcterms:W3CDTF">2025-10-06T18:06:56Z</dcterms:modified>
</cp:coreProperties>
</file>