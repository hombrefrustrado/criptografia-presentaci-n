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4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3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6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9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3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0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40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6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8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1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9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61B1AA-D4F7-C7BF-72C8-6407914E5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s-ES" sz="6500" dirty="0"/>
              <a:t>Taller práctico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20A783-AD4C-EE55-12B9-0CDF813F1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r>
              <a:rPr lang="es-ES" dirty="0"/>
              <a:t>Francisco Navarta Carvajal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31EB62C-40C6-8205-5BC1-182A6F91E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43" r="4531" b="-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2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FC278-A1A3-E715-90F0-89D7F2DE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cesar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F3B30B1-C13B-4E23-2AC0-0E71ACA5D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2807292"/>
            <a:ext cx="10691812" cy="95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7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14B7B-C697-DF8E-4AFD-B52CDB84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de </a:t>
            </a:r>
            <a:r>
              <a:rPr lang="es-ES" dirty="0" err="1"/>
              <a:t>alberti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BE2C3AC-13BA-DA93-9EAC-33C8384EA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3598533"/>
            <a:ext cx="10691812" cy="98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7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D9041-28AB-3B85-36A6-7A0167D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homofónico.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5451230-149C-CD48-92B3-49145A6EE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2766249"/>
            <a:ext cx="10691812" cy="265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9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2383B-8B1E-47AC-DB01-2A6170B0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hashes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3FB33-8792-2497-619F-95C0B8CC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siguiente archivo esta destinado para varias cosas, la primera de ellas es el calculo de hashes de cadenas de texto.</a:t>
            </a:r>
          </a:p>
          <a:p>
            <a:r>
              <a:rPr lang="es-ES" dirty="0"/>
              <a:t>También calcula hashes de archivos.</a:t>
            </a:r>
          </a:p>
          <a:p>
            <a:r>
              <a:rPr lang="es-ES" dirty="0"/>
              <a:t>Puede comparar archivos entre si.</a:t>
            </a:r>
          </a:p>
        </p:txBody>
      </p:sp>
    </p:spTree>
    <p:extLst>
      <p:ext uri="{BB962C8B-B14F-4D97-AF65-F5344CB8AC3E}">
        <p14:creationId xmlns:p14="http://schemas.microsoft.com/office/powerpoint/2010/main" val="328827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1B33B-6B39-3373-B07A-C3B8E1B0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Guía general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C25D5AF-5B6D-0A13-AEDE-22844F2E9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692" y="2091170"/>
            <a:ext cx="11388616" cy="360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8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479E4-97EC-E7E7-28E3-DF70E530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Hash de texto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A148FC8-4CF9-3474-D960-439287797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2947997"/>
            <a:ext cx="10691812" cy="228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5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481C4-9ED7-4839-96F5-F863350E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Hash de archivo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03AE75F-7690-0BBE-CF14-7806F4C86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3698837"/>
            <a:ext cx="10691812" cy="78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2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01944-0DDA-8482-2624-37B403FB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Comparar imagenes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3A3F4EB3-0B3C-837E-DFB1-F56137AAE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46" y="3561347"/>
            <a:ext cx="11308538" cy="107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6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02251-154F-9C9F-60C2-419A81E9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Criptografía hibrida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AD191E-D473-E875-4DF0-0CB0A5B9F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próximo archivo mezcla conceptos, usa RSA, AES y también SHA256.</a:t>
            </a:r>
          </a:p>
          <a:p>
            <a:r>
              <a:rPr lang="es-ES" dirty="0"/>
              <a:t>Las cosas que pueden hacer es la generación de pares de claves RSA.</a:t>
            </a:r>
          </a:p>
          <a:p>
            <a:r>
              <a:rPr lang="es-ES" dirty="0"/>
              <a:t>Cifrado/descifrado empleando RSA con AES.</a:t>
            </a:r>
          </a:p>
          <a:p>
            <a:r>
              <a:rPr lang="es-ES" dirty="0"/>
              <a:t>Firma y verificación con RSA + SHA256</a:t>
            </a:r>
          </a:p>
        </p:txBody>
      </p:sp>
    </p:spTree>
    <p:extLst>
      <p:ext uri="{BB962C8B-B14F-4D97-AF65-F5344CB8AC3E}">
        <p14:creationId xmlns:p14="http://schemas.microsoft.com/office/powerpoint/2010/main" val="241460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80523-9D1C-F33A-3E53-D6878398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Guía  general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5BEA659-C6D0-D2F0-BE40-31F2D59A8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960" y="2311151"/>
            <a:ext cx="10336067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1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F8B5E-9B31-A895-0AEB-F3B4BDB8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Generación de 16 claves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81CFC5-D97C-6C7A-72D3-E43C58E6D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088" y="2310606"/>
            <a:ext cx="10691812" cy="356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0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6CDAF-92DC-F148-4C8E-389F6828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de archivos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D594AFC6-0536-219C-DC86-4249A0B64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381" y="3420969"/>
            <a:ext cx="10393225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2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F3AB3-5C5D-044A-54D6-B4DBB9AD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Descifrado de archivos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93ED62C-F45D-9A6B-11B2-95F314DD1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855" y="3582916"/>
            <a:ext cx="10412278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1006B-429E-3C72-958D-80A0330B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Firma de archivos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06AFEF3-7047-262C-A075-0D4DC1628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960" y="3478127"/>
            <a:ext cx="1033606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61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73B19-7982-47D9-C7F8-2DCC0DD0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Verificación de firmas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5D4634-AB68-3DC6-262D-292CBFCB7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276" y="3449548"/>
            <a:ext cx="1046943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2490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125</Words>
  <Application>Microsoft Office PowerPoint</Application>
  <PresentationFormat>Panorámica</PresentationFormat>
  <Paragraphs>24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Calisto MT</vt:lpstr>
      <vt:lpstr>Univers Condensed</vt:lpstr>
      <vt:lpstr>ChronicleVTI</vt:lpstr>
      <vt:lpstr>Taller práctico</vt:lpstr>
      <vt:lpstr>Cifrado cesar</vt:lpstr>
      <vt:lpstr>Cifrado de alberti</vt:lpstr>
      <vt:lpstr>Cifrado homofónico.</vt:lpstr>
      <vt:lpstr>Creación de hashes</vt:lpstr>
      <vt:lpstr>Guía general</vt:lpstr>
      <vt:lpstr>Hash de texto</vt:lpstr>
      <vt:lpstr>Hash de archivo</vt:lpstr>
      <vt:lpstr>Comparar imagenes</vt:lpstr>
      <vt:lpstr>Criptografía hibrida</vt:lpstr>
      <vt:lpstr>Guía  general</vt:lpstr>
      <vt:lpstr>Generación de 16 claves</vt:lpstr>
      <vt:lpstr>Cifrado de archivos</vt:lpstr>
      <vt:lpstr>Descifrado de archivos</vt:lpstr>
      <vt:lpstr>Firma de archivos</vt:lpstr>
      <vt:lpstr>Verificación de firmas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Navarta Carvajal</dc:creator>
  <cp:lastModifiedBy>Francisco Navarta Carvajal</cp:lastModifiedBy>
  <cp:revision>1</cp:revision>
  <dcterms:created xsi:type="dcterms:W3CDTF">2025-11-09T21:26:53Z</dcterms:created>
  <dcterms:modified xsi:type="dcterms:W3CDTF">2025-11-09T22:16:34Z</dcterms:modified>
</cp:coreProperties>
</file>