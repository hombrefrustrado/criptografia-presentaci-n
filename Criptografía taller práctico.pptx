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845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031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869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2908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11/9/2025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8358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11/9/2025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1049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11/9/2025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9408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4602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4813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5127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941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1948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D61B1AA-D4F7-C7BF-72C8-6407914E52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908651"/>
            <a:ext cx="4937004" cy="4058682"/>
          </a:xfrm>
        </p:spPr>
        <p:txBody>
          <a:bodyPr anchor="t">
            <a:normAutofit/>
          </a:bodyPr>
          <a:lstStyle/>
          <a:p>
            <a:r>
              <a:rPr lang="es-ES" sz="6500" dirty="0"/>
              <a:t>Taller práctico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320A783-AD4C-EE55-12B9-0CDF813F18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400" y="5103862"/>
            <a:ext cx="4172757" cy="845487"/>
          </a:xfrm>
        </p:spPr>
        <p:txBody>
          <a:bodyPr anchor="b">
            <a:normAutofit/>
          </a:bodyPr>
          <a:lstStyle/>
          <a:p>
            <a:r>
              <a:rPr lang="es-ES" dirty="0"/>
              <a:t>Francisco Navarta Carvajal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C31EB62C-40C6-8205-5BC1-182A6F91EF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043" r="4531" b="-1"/>
          <a:stretch>
            <a:fillRect/>
          </a:stretch>
        </p:blipFill>
        <p:spPr>
          <a:xfrm>
            <a:off x="6326272" y="10"/>
            <a:ext cx="586572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027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7FC278-A1A3-E715-90F0-89D7F2DEE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césar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6F3B30B1-C13B-4E23-2AC0-0E71ACA5D1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0088" y="2807292"/>
            <a:ext cx="10691812" cy="953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876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614B7B-C697-DF8E-4AFD-B52CDB848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de Alberti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5BE2C3AC-13BA-DA93-9EAC-33C8384EA7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0088" y="3598533"/>
            <a:ext cx="10691812" cy="988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0704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9D9041-28AB-3B85-36A6-7A0167D62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homofónico.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15451230-149C-CD48-92B3-49145A6EE7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0088" y="2766249"/>
            <a:ext cx="10691812" cy="2652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5961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32383B-8B1E-47AC-DB01-2A6170B01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Creación de hashes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FF3FB33-8792-2497-619F-95C0B8CC77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sz="2400" dirty="0"/>
              <a:t>El siguiente archivo esta destinado para varias cosas, la primera de ellas es el calculo de hashes de cadenas de texto.</a:t>
            </a:r>
          </a:p>
          <a:p>
            <a:r>
              <a:rPr lang="es-ES" sz="2400" dirty="0"/>
              <a:t>También calcula hashes de archivos.</a:t>
            </a:r>
          </a:p>
          <a:p>
            <a:r>
              <a:rPr lang="es-ES" sz="2400" dirty="0"/>
              <a:t>Puede comparar archivos entre sí.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882784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D1B33B-6B39-3373-B07A-C3B8E1B0C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Guía general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4C25D5AF-5B6D-0A13-AEDE-22844F2E98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1692" y="2091170"/>
            <a:ext cx="11388616" cy="3606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1825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3479E4-97EC-E7E7-28E3-DF70E530A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Hash de texto</a:t>
            </a:r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6A148FC8-4CF9-3474-D960-4392877979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0088" y="2947997"/>
            <a:ext cx="10691812" cy="2289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1509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2481C4-9ED7-4839-96F5-F863350E7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Hash de archivo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E03AE75F-7690-0BBE-CF14-7806F4C866A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0088" y="3698837"/>
            <a:ext cx="10691812" cy="787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027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C01944-0DDA-8482-2624-37B403FB5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Comparar imágenes</a:t>
            </a:r>
          </a:p>
        </p:txBody>
      </p:sp>
      <p:pic>
        <p:nvPicPr>
          <p:cNvPr id="11" name="Marcador de contenido 10">
            <a:extLst>
              <a:ext uri="{FF2B5EF4-FFF2-40B4-BE49-F238E27FC236}">
                <a16:creationId xmlns:a16="http://schemas.microsoft.com/office/drawing/2014/main" id="{3A3F4EB3-0B3C-837E-DFB1-F56137AAE5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5946" y="3561347"/>
            <a:ext cx="11308538" cy="1074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4602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602251-154F-9C9F-60C2-419A81E9A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Criptografía híbrida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EAD191E-D473-E875-4DF0-0CB0A5B9FB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sz="2400" dirty="0"/>
              <a:t>En el próximo archivo mezcla conceptos, usa RSA, AES y también SHA256.</a:t>
            </a:r>
          </a:p>
          <a:p>
            <a:r>
              <a:rPr lang="es-ES" sz="2400" dirty="0"/>
              <a:t>Las cosas que pueden hacer es la generación de pares de claves RSA.</a:t>
            </a:r>
          </a:p>
          <a:p>
            <a:r>
              <a:rPr lang="es-ES" sz="2400" dirty="0"/>
              <a:t>Cifrado/descifrado empleando RSA con AES.</a:t>
            </a:r>
          </a:p>
          <a:p>
            <a:r>
              <a:rPr lang="es-ES" sz="2400" dirty="0"/>
              <a:t>Firma y verificación con RSA + SHA256</a:t>
            </a:r>
          </a:p>
        </p:txBody>
      </p:sp>
    </p:spTree>
    <p:extLst>
      <p:ext uri="{BB962C8B-B14F-4D97-AF65-F5344CB8AC3E}">
        <p14:creationId xmlns:p14="http://schemas.microsoft.com/office/powerpoint/2010/main" val="24146088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C80523-9D1C-F33A-3E53-D68783985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Guía  general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A5BEA659-C6D0-D2F0-BE40-31F2D59A85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7960" y="2311151"/>
            <a:ext cx="10336067" cy="356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8194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3F8B5E-9B31-A895-0AEB-F3B4BDB80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Generación de 16 claves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8381CFC5-D97C-6C7A-72D3-E43C58E6D6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0088" y="2310606"/>
            <a:ext cx="10691812" cy="3563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701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36CDAF-92DC-F148-4C8E-389F68289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de archivos</a:t>
            </a:r>
          </a:p>
        </p:txBody>
      </p:sp>
      <p:pic>
        <p:nvPicPr>
          <p:cNvPr id="17" name="Marcador de contenido 16">
            <a:extLst>
              <a:ext uri="{FF2B5EF4-FFF2-40B4-BE49-F238E27FC236}">
                <a16:creationId xmlns:a16="http://schemas.microsoft.com/office/drawing/2014/main" id="{D594AFC6-0536-219C-DC86-4249A0B64C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49381" y="3420969"/>
            <a:ext cx="10393225" cy="1343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3206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3F3AB3-5C5D-044A-54D6-B4DBB9AD1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Descifrado de archivos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093ED62C-F45D-9A6B-11B2-95F314DD12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9855" y="3582916"/>
            <a:ext cx="10412278" cy="1019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639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71006B-429E-3C72-958D-80A0330B5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Firma de archivos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506AFEF3-7047-262C-A075-0D4DC1628E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7960" y="3478127"/>
            <a:ext cx="10336067" cy="1228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5612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D73B19-7982-47D9-C7F8-2DCC0DD0C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Verificación de firmas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8E5D4634-AB68-3DC6-262D-292CBFCB7E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11276" y="3449548"/>
            <a:ext cx="10469436" cy="1286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8249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1F6D2D-787C-7232-3D8A-E32D45150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Veracrypt</a:t>
            </a:r>
            <a:endParaRPr lang="es-ES" dirty="0"/>
          </a:p>
        </p:txBody>
      </p:sp>
      <p:pic>
        <p:nvPicPr>
          <p:cNvPr id="6" name="Marcador de contenido 5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12FAFA6D-D653-8518-E5EB-96B75E4196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9541" y="1614989"/>
            <a:ext cx="6492917" cy="4328611"/>
          </a:xfrm>
        </p:spPr>
      </p:pic>
      <p:pic>
        <p:nvPicPr>
          <p:cNvPr id="4" name="Imagen 3" descr="VeraCrypt">
            <a:extLst>
              <a:ext uri="{FF2B5EF4-FFF2-40B4-BE49-F238E27FC236}">
                <a16:creationId xmlns:a16="http://schemas.microsoft.com/office/drawing/2014/main" id="{25A3694C-AFC3-BE01-32FE-35E94C84B0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9267" y="791169"/>
            <a:ext cx="952633" cy="952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5701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CEA849-8A66-242C-E82D-08DA2E395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Pasos a seguir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1B531E6-925F-4B74-AEEC-401E55F398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Crear un volumen</a:t>
            </a:r>
          </a:p>
          <a:p>
            <a:r>
              <a:rPr lang="es-ES" dirty="0"/>
              <a:t>Cifrarlo con una contraseña.</a:t>
            </a:r>
          </a:p>
          <a:p>
            <a:r>
              <a:rPr lang="es-ES" dirty="0"/>
              <a:t>Seleccionar el volumen e introducir la misma contraseña.</a:t>
            </a:r>
          </a:p>
        </p:txBody>
      </p:sp>
    </p:spTree>
    <p:extLst>
      <p:ext uri="{BB962C8B-B14F-4D97-AF65-F5344CB8AC3E}">
        <p14:creationId xmlns:p14="http://schemas.microsoft.com/office/powerpoint/2010/main" val="21846440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Perro asomándose por la ventana">
            <a:extLst>
              <a:ext uri="{FF2B5EF4-FFF2-40B4-BE49-F238E27FC236}">
                <a16:creationId xmlns:a16="http://schemas.microsoft.com/office/drawing/2014/main" id="{CB08D558-E3F5-E70F-591F-0CD30F65B2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451" b="2280"/>
          <a:stretch>
            <a:fillRect/>
          </a:stretch>
        </p:blipFill>
        <p:spPr>
          <a:xfrm>
            <a:off x="-2" y="-715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92FAEE7-1D96-F268-E1B5-F2FE267A2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2244909"/>
            <a:ext cx="4693473" cy="395404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>
                <a:solidFill>
                  <a:srgbClr val="FFFFFF"/>
                </a:solidFill>
              </a:rPr>
              <a:t>FIN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14478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10836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147</Words>
  <Application>Microsoft Office PowerPoint</Application>
  <PresentationFormat>Panorámica</PresentationFormat>
  <Paragraphs>30</Paragraphs>
  <Slides>19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3" baseType="lpstr">
      <vt:lpstr>Arial</vt:lpstr>
      <vt:lpstr>Calisto MT</vt:lpstr>
      <vt:lpstr>Univers Condensed</vt:lpstr>
      <vt:lpstr>ChronicleVTI</vt:lpstr>
      <vt:lpstr>Taller práctico</vt:lpstr>
      <vt:lpstr>Cifrado césar</vt:lpstr>
      <vt:lpstr>Cifrado de Alberti</vt:lpstr>
      <vt:lpstr>Cifrado homofónico.</vt:lpstr>
      <vt:lpstr>Creación de hashes</vt:lpstr>
      <vt:lpstr>Guía general</vt:lpstr>
      <vt:lpstr>Hash de texto</vt:lpstr>
      <vt:lpstr>Hash de archivo</vt:lpstr>
      <vt:lpstr>Comparar imágenes</vt:lpstr>
      <vt:lpstr>Criptografía híbrida</vt:lpstr>
      <vt:lpstr>Guía  general</vt:lpstr>
      <vt:lpstr>Generación de 16 claves</vt:lpstr>
      <vt:lpstr>Cifrado de archivos</vt:lpstr>
      <vt:lpstr>Descifrado de archivos</vt:lpstr>
      <vt:lpstr>Firma de archivos</vt:lpstr>
      <vt:lpstr>Verificación de firmas</vt:lpstr>
      <vt:lpstr>Veracrypt</vt:lpstr>
      <vt:lpstr>Pasos a seguir</vt:lpstr>
      <vt:lpstr>FIN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Navarta Carvajal</dc:creator>
  <cp:lastModifiedBy>Francisco Navarta Carvajal</cp:lastModifiedBy>
  <cp:revision>4</cp:revision>
  <dcterms:created xsi:type="dcterms:W3CDTF">2025-11-09T21:26:53Z</dcterms:created>
  <dcterms:modified xsi:type="dcterms:W3CDTF">2025-11-09T22:47:22Z</dcterms:modified>
</cp:coreProperties>
</file>